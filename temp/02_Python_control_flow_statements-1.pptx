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 /><Relationship Id="rId2" Type="http://schemas.openxmlformats.org/package/2006/relationships/metadata/core-properties" Target="docProps/core.xml" /><Relationship Id="rId1"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336" r:id="rId3"/>
    <p:sldId id="363" r:id="rId4"/>
    <p:sldId id="364" r:id="rId5"/>
    <p:sldId id="369" r:id="rId6"/>
    <p:sldId id="365" r:id="rId7"/>
    <p:sldId id="370" r:id="rId8"/>
    <p:sldId id="371" r:id="rId9"/>
    <p:sldId id="372" r:id="rId10"/>
    <p:sldId id="374" r:id="rId11"/>
    <p:sldId id="376" r:id="rId12"/>
    <p:sldId id="377" r:id="rId13"/>
    <p:sldId id="378" r:id="rId14"/>
    <p:sldId id="366" r:id="rId15"/>
    <p:sldId id="367" r:id="rId16"/>
    <p:sldId id="380" r:id="rId17"/>
    <p:sldId id="381" r:id="rId18"/>
    <p:sldId id="379" r:id="rId19"/>
    <p:sldId id="383" r:id="rId20"/>
    <p:sldId id="384" r:id="rId21"/>
    <p:sldId id="385" r:id="rId22"/>
    <p:sldId id="386" r:id="rId23"/>
    <p:sldId id="387" r:id="rId24"/>
  </p:sldIdLst>
  <p:sldSz cx="9144000" cy="6858000" type="screen4x3"/>
  <p:notesSz cx="9144000" cy="6858000"/>
  <p:defaultTextStyle>
    <a:defPPr>
      <a:defRPr lang="en-US"/>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7" d="100"/>
          <a:sy n="67" d="100"/>
        </p:scale>
        <p:origin x="1392" y="48"/>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 /><Relationship Id="rId13" Type="http://schemas.openxmlformats.org/officeDocument/2006/relationships/slide" Target="slides/slide12.xml" /><Relationship Id="rId18" Type="http://schemas.openxmlformats.org/officeDocument/2006/relationships/slide" Target="slides/slide17.xml" /><Relationship Id="rId26" Type="http://schemas.openxmlformats.org/officeDocument/2006/relationships/presProps" Target="presProps.xml" /><Relationship Id="rId3" Type="http://schemas.openxmlformats.org/officeDocument/2006/relationships/slide" Target="slides/slide2.xml" /><Relationship Id="rId21" Type="http://schemas.openxmlformats.org/officeDocument/2006/relationships/slide" Target="slides/slide20.xml" /><Relationship Id="rId7" Type="http://schemas.openxmlformats.org/officeDocument/2006/relationships/slide" Target="slides/slide6.xml" /><Relationship Id="rId12" Type="http://schemas.openxmlformats.org/officeDocument/2006/relationships/slide" Target="slides/slide11.xml" /><Relationship Id="rId17" Type="http://schemas.openxmlformats.org/officeDocument/2006/relationships/slide" Target="slides/slide16.xml" /><Relationship Id="rId25" Type="http://schemas.openxmlformats.org/officeDocument/2006/relationships/notesMaster" Target="notesMasters/notesMaster1.xml" /><Relationship Id="rId2" Type="http://schemas.openxmlformats.org/officeDocument/2006/relationships/slide" Target="slides/slide1.xml" /><Relationship Id="rId16" Type="http://schemas.openxmlformats.org/officeDocument/2006/relationships/slide" Target="slides/slide15.xml" /><Relationship Id="rId20" Type="http://schemas.openxmlformats.org/officeDocument/2006/relationships/slide" Target="slides/slide19.xml" /><Relationship Id="rId29" Type="http://schemas.openxmlformats.org/officeDocument/2006/relationships/tableStyles" Target="tableStyles.xml" /><Relationship Id="rId1" Type="http://schemas.openxmlformats.org/officeDocument/2006/relationships/slideMaster" Target="slideMasters/slideMaster1.xml" /><Relationship Id="rId6" Type="http://schemas.openxmlformats.org/officeDocument/2006/relationships/slide" Target="slides/slide5.xml" /><Relationship Id="rId11" Type="http://schemas.openxmlformats.org/officeDocument/2006/relationships/slide" Target="slides/slide10.xml" /><Relationship Id="rId24" Type="http://schemas.openxmlformats.org/officeDocument/2006/relationships/slide" Target="slides/slide23.xml" /><Relationship Id="rId5" Type="http://schemas.openxmlformats.org/officeDocument/2006/relationships/slide" Target="slides/slide4.xml" /><Relationship Id="rId15" Type="http://schemas.openxmlformats.org/officeDocument/2006/relationships/slide" Target="slides/slide14.xml" /><Relationship Id="rId23" Type="http://schemas.openxmlformats.org/officeDocument/2006/relationships/slide" Target="slides/slide22.xml" /><Relationship Id="rId28" Type="http://schemas.openxmlformats.org/officeDocument/2006/relationships/theme" Target="theme/theme1.xml" /><Relationship Id="rId10" Type="http://schemas.openxmlformats.org/officeDocument/2006/relationships/slide" Target="slides/slide9.xml" /><Relationship Id="rId19" Type="http://schemas.openxmlformats.org/officeDocument/2006/relationships/slide" Target="slides/slide18.xml" /><Relationship Id="rId4" Type="http://schemas.openxmlformats.org/officeDocument/2006/relationships/slide" Target="slides/slide3.xml" /><Relationship Id="rId9" Type="http://schemas.openxmlformats.org/officeDocument/2006/relationships/slide" Target="slides/slide8.xml" /><Relationship Id="rId14" Type="http://schemas.openxmlformats.org/officeDocument/2006/relationships/slide" Target="slides/slide13.xml" /><Relationship Id="rId22" Type="http://schemas.openxmlformats.org/officeDocument/2006/relationships/slide" Target="slides/slide21.xml" /><Relationship Id="rId27" Type="http://schemas.openxmlformats.org/officeDocument/2006/relationships/viewProps" Target="viewProps.xml" /></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4BEBDFC-D056-7C67-160D-2364645AC8B1}"/>
              </a:ext>
            </a:extLst>
          </p:cNvPr>
          <p:cNvSpPr>
            <a:spLocks noGrp="1"/>
          </p:cNvSpPr>
          <p:nvPr>
            <p:ph type="hdr" sz="quarter"/>
          </p:nvPr>
        </p:nvSpPr>
        <p:spPr>
          <a:xfrm>
            <a:off x="0" y="0"/>
            <a:ext cx="3962400" cy="3429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US"/>
          </a:p>
        </p:txBody>
      </p:sp>
      <p:sp>
        <p:nvSpPr>
          <p:cNvPr id="3" name="Date Placeholder 2">
            <a:extLst>
              <a:ext uri="{FF2B5EF4-FFF2-40B4-BE49-F238E27FC236}">
                <a16:creationId xmlns:a16="http://schemas.microsoft.com/office/drawing/2014/main" id="{DA3775E7-D5BE-757C-DB2E-429DBA173D45}"/>
              </a:ext>
            </a:extLst>
          </p:cNvPr>
          <p:cNvSpPr>
            <a:spLocks noGrp="1"/>
          </p:cNvSpPr>
          <p:nvPr>
            <p:ph type="dt" idx="1"/>
          </p:nvPr>
        </p:nvSpPr>
        <p:spPr>
          <a:xfrm>
            <a:off x="5180013" y="0"/>
            <a:ext cx="3962400" cy="3429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B7DAA94-F5FA-488B-A0F4-B7EE4BB0D41D}" type="datetimeFigureOut">
              <a:rPr lang="en-US"/>
              <a:pPr>
                <a:defRPr/>
              </a:pPr>
              <a:t>1/14/2023</a:t>
            </a:fld>
            <a:endParaRPr lang="en-US"/>
          </a:p>
        </p:txBody>
      </p:sp>
      <p:sp>
        <p:nvSpPr>
          <p:cNvPr id="4" name="Slide Image Placeholder 3">
            <a:extLst>
              <a:ext uri="{FF2B5EF4-FFF2-40B4-BE49-F238E27FC236}">
                <a16:creationId xmlns:a16="http://schemas.microsoft.com/office/drawing/2014/main" id="{D98B525D-7089-EE27-3870-F5C0524D3164}"/>
              </a:ext>
            </a:extLst>
          </p:cNvPr>
          <p:cNvSpPr>
            <a:spLocks noGrp="1" noRot="1" noChangeAspect="1"/>
          </p:cNvSpPr>
          <p:nvPr>
            <p:ph type="sldImg" idx="2"/>
          </p:nvPr>
        </p:nvSpPr>
        <p:spPr>
          <a:xfrm>
            <a:off x="2857500" y="514350"/>
            <a:ext cx="3429000" cy="25717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a:extLst>
              <a:ext uri="{FF2B5EF4-FFF2-40B4-BE49-F238E27FC236}">
                <a16:creationId xmlns:a16="http://schemas.microsoft.com/office/drawing/2014/main" id="{53B34EA3-E64D-02C9-1DDB-278913C4E3EB}"/>
              </a:ext>
            </a:extLst>
          </p:cNvPr>
          <p:cNvSpPr>
            <a:spLocks noGrp="1"/>
          </p:cNvSpPr>
          <p:nvPr>
            <p:ph type="body" sz="quarter" idx="3"/>
          </p:nvPr>
        </p:nvSpPr>
        <p:spPr>
          <a:xfrm>
            <a:off x="914400" y="3257550"/>
            <a:ext cx="7315200" cy="30861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a:extLst>
              <a:ext uri="{FF2B5EF4-FFF2-40B4-BE49-F238E27FC236}">
                <a16:creationId xmlns:a16="http://schemas.microsoft.com/office/drawing/2014/main" id="{3D5AD42A-E2DB-176E-0AEC-819C5A1DB2F7}"/>
              </a:ext>
            </a:extLst>
          </p:cNvPr>
          <p:cNvSpPr>
            <a:spLocks noGrp="1"/>
          </p:cNvSpPr>
          <p:nvPr>
            <p:ph type="ftr" sz="quarter" idx="4"/>
          </p:nvPr>
        </p:nvSpPr>
        <p:spPr>
          <a:xfrm>
            <a:off x="0" y="6513513"/>
            <a:ext cx="3962400" cy="3429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US"/>
          </a:p>
        </p:txBody>
      </p:sp>
      <p:sp>
        <p:nvSpPr>
          <p:cNvPr id="7" name="Slide Number Placeholder 6">
            <a:extLst>
              <a:ext uri="{FF2B5EF4-FFF2-40B4-BE49-F238E27FC236}">
                <a16:creationId xmlns:a16="http://schemas.microsoft.com/office/drawing/2014/main" id="{2BC79786-20E9-AC3B-F27B-6A79DE93DC6D}"/>
              </a:ext>
            </a:extLst>
          </p:cNvPr>
          <p:cNvSpPr>
            <a:spLocks noGrp="1"/>
          </p:cNvSpPr>
          <p:nvPr>
            <p:ph type="sldNum" sz="quarter" idx="5"/>
          </p:nvPr>
        </p:nvSpPr>
        <p:spPr>
          <a:xfrm>
            <a:off x="5180013" y="6513513"/>
            <a:ext cx="3962400" cy="3429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atin typeface="Calibri" panose="020F0502020204030204" pitchFamily="34" charset="0"/>
              </a:defRPr>
            </a:lvl1pPr>
          </a:lstStyle>
          <a:p>
            <a:fld id="{5270359E-3E30-44A8-8A3E-570A3F90BBF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 /><Relationship Id="rId1" Type="http://schemas.openxmlformats.org/officeDocument/2006/relationships/notesMaster" Target="../notesMasters/notesMaster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4" name="Slide Image Placeholder 1">
            <a:extLst>
              <a:ext uri="{FF2B5EF4-FFF2-40B4-BE49-F238E27FC236}">
                <a16:creationId xmlns:a16="http://schemas.microsoft.com/office/drawing/2014/main" id="{337E885F-C209-E2FB-D650-C39BF56BAB38}"/>
              </a:ext>
            </a:extLst>
          </p:cNvPr>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5" name="Notes Placeholder 2">
            <a:extLst>
              <a:ext uri="{FF2B5EF4-FFF2-40B4-BE49-F238E27FC236}">
                <a16:creationId xmlns:a16="http://schemas.microsoft.com/office/drawing/2014/main" id="{9A008C8F-82BA-C451-076D-9AAD8B7E4797}"/>
              </a:ext>
            </a:extLst>
          </p:cNvPr>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pPr eaLnBrk="1" hangingPunct="1">
              <a:spcBef>
                <a:spcPct val="0"/>
              </a:spcBef>
            </a:pPr>
            <a:endParaRPr lang="en-US" altLang="en-US"/>
          </a:p>
        </p:txBody>
      </p:sp>
      <p:sp>
        <p:nvSpPr>
          <p:cNvPr id="3076" name="Slide Number Placeholder 3">
            <a:extLst>
              <a:ext uri="{FF2B5EF4-FFF2-40B4-BE49-F238E27FC236}">
                <a16:creationId xmlns:a16="http://schemas.microsoft.com/office/drawing/2014/main" id="{C9A7541C-E6A5-0A09-A607-CDF7E0E616F8}"/>
              </a:ext>
            </a:extLst>
          </p:cNvPr>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E958BC4-D6FE-4549-97A2-5E40E49795FD}" type="slidenum">
              <a:rPr lang="en-US" altLang="en-US">
                <a:latin typeface="Calibri" panose="020F0502020204030204" pitchFamily="34" charset="0"/>
              </a:rPr>
              <a:pPr/>
              <a:t>1</a:t>
            </a:fld>
            <a:endParaRPr lang="en-US" altLang="en-US">
              <a:latin typeface="Calibri" panose="020F050202020403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670750755"/>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 /><Relationship Id="rId1" Type="http://schemas.openxmlformats.org/officeDocument/2006/relationships/slideLayout" Target="../slideLayouts/slideLayout1.xml" /></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 /><Relationship Id="rId1" Type="http://schemas.openxmlformats.org/officeDocument/2006/relationships/slideLayout" Target="../slideLayouts/slideLayout1.xml" /></Relationships>
</file>

<file path=ppt/slides/_rels/slide2.xml.rels><?xml version="1.0" encoding="UTF-8" standalone="yes"?>
<Relationships xmlns="http://schemas.openxmlformats.org/package/2006/relationships"><Relationship Id="rId3" Type="http://schemas.openxmlformats.org/officeDocument/2006/relationships/image" Target="../media/image2.png" /><Relationship Id="rId2" Type="http://schemas.openxmlformats.org/officeDocument/2006/relationships/image" Target="../media/image1.png" /><Relationship Id="rId1" Type="http://schemas.openxmlformats.org/officeDocument/2006/relationships/slideLayout" Target="../slideLayouts/slideLayout1.xml" /></Relationships>
</file>

<file path=ppt/slides/_rels/slide3.xml.rels><?xml version="1.0" encoding="UTF-8" standalone="yes"?>
<Relationships xmlns="http://schemas.openxmlformats.org/package/2006/relationships"><Relationship Id="rId3" Type="http://schemas.openxmlformats.org/officeDocument/2006/relationships/image" Target="../media/image4.png" /><Relationship Id="rId2" Type="http://schemas.openxmlformats.org/officeDocument/2006/relationships/image" Target="../media/image3.png" /><Relationship Id="rId1" Type="http://schemas.openxmlformats.org/officeDocument/2006/relationships/slideLayout" Target="../slideLayouts/slideLayout1.xml" /></Relationships>
</file>

<file path=ppt/slides/_rels/slide4.xml.rels><?xml version="1.0" encoding="UTF-8" standalone="yes"?>
<Relationships xmlns="http://schemas.openxmlformats.org/package/2006/relationships"><Relationship Id="rId3" Type="http://schemas.openxmlformats.org/officeDocument/2006/relationships/image" Target="../media/image6.png" /><Relationship Id="rId2" Type="http://schemas.openxmlformats.org/officeDocument/2006/relationships/image" Target="../media/image5.png" /><Relationship Id="rId1" Type="http://schemas.openxmlformats.org/officeDocument/2006/relationships/slideLayout" Target="../slideLayouts/slideLayout1.xml" /></Relationships>
</file>

<file path=ppt/slides/_rels/slide5.xml.rels><?xml version="1.0" encoding="UTF-8" standalone="yes"?>
<Relationships xmlns="http://schemas.openxmlformats.org/package/2006/relationships"><Relationship Id="rId2" Type="http://schemas.openxmlformats.org/officeDocument/2006/relationships/image" Target="../media/image7.png" /><Relationship Id="rId1" Type="http://schemas.openxmlformats.org/officeDocument/2006/relationships/slideLayout" Target="../slideLayouts/slideLayout1.xml" /></Relationships>
</file>

<file path=ppt/slides/_rels/slide6.xml.rels><?xml version="1.0" encoding="UTF-8" standalone="yes"?>
<Relationships xmlns="http://schemas.openxmlformats.org/package/2006/relationships"><Relationship Id="rId3" Type="http://schemas.openxmlformats.org/officeDocument/2006/relationships/image" Target="../media/image9.png" /><Relationship Id="rId2" Type="http://schemas.openxmlformats.org/officeDocument/2006/relationships/image" Target="../media/image8.png" /><Relationship Id="rId1" Type="http://schemas.openxmlformats.org/officeDocument/2006/relationships/slideLayout" Target="../slideLayouts/slideLayout1.xml" /></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8.xml.rels><?xml version="1.0" encoding="UTF-8" standalone="yes"?>
<Relationships xmlns="http://schemas.openxmlformats.org/package/2006/relationships"><Relationship Id="rId3" Type="http://schemas.openxmlformats.org/officeDocument/2006/relationships/image" Target="../media/image11.png" /><Relationship Id="rId2" Type="http://schemas.openxmlformats.org/officeDocument/2006/relationships/image" Target="../media/image10.png" /><Relationship Id="rId1" Type="http://schemas.openxmlformats.org/officeDocument/2006/relationships/slideLayout" Target="../slideLayouts/slideLayout1.xml" /></Relationships>
</file>

<file path=ppt/slides/_rels/slide9.xml.rels><?xml version="1.0" encoding="UTF-8" standalone="yes"?>
<Relationships xmlns="http://schemas.openxmlformats.org/package/2006/relationships"><Relationship Id="rId3" Type="http://schemas.openxmlformats.org/officeDocument/2006/relationships/hyperlink" Target="http://www.tutorialspoint.com/python/python_continue_statement.htm" TargetMode="External" /><Relationship Id="rId2" Type="http://schemas.openxmlformats.org/officeDocument/2006/relationships/hyperlink" Target="http://www.tutorialspoint.com/python/python_break_statement.htm" TargetMode="External" /><Relationship Id="rId1" Type="http://schemas.openxmlformats.org/officeDocument/2006/relationships/slideLayout" Target="../slideLayouts/slideLayout1.xml" /><Relationship Id="rId4" Type="http://schemas.openxmlformats.org/officeDocument/2006/relationships/hyperlink" Target="http://www.tutorialspoint.com/python/python_pass_statement.htm" TargetMode="External" /></Relationships>
</file>

<file path=ppt/slides/_rels/slide10.xml.rels><?xml version="1.0" encoding="UTF-8" standalone="yes"?>
<Relationships xmlns="http://schemas.openxmlformats.org/package/2006/relationships"><Relationship Id="rId3" Type="http://schemas.openxmlformats.org/officeDocument/2006/relationships/image" Target="../media/image13.png" /><Relationship Id="rId2" Type="http://schemas.openxmlformats.org/officeDocument/2006/relationships/image" Target="../media/image12.png" /><Relationship Id="rId1" Type="http://schemas.openxmlformats.org/officeDocument/2006/relationships/slideLayout" Target="../slideLayouts/slideLayout1.xml" /></Relationships>
</file>

<file path=ppt/slides/_rels/slide11.xml.rels><?xml version="1.0" encoding="UTF-8" standalone="yes"?>
<Relationships xmlns="http://schemas.openxmlformats.org/package/2006/relationships"><Relationship Id="rId3" Type="http://schemas.openxmlformats.org/officeDocument/2006/relationships/image" Target="../media/image15.png" /><Relationship Id="rId2" Type="http://schemas.openxmlformats.org/officeDocument/2006/relationships/image" Target="../media/image14.png" /><Relationship Id="rId1" Type="http://schemas.openxmlformats.org/officeDocument/2006/relationships/slideLayout" Target="../slideLayouts/slideLayout1.xml" /></Relationships>
</file>

<file path=ppt/slides/_rels/slide12.xml.rels><?xml version="1.0" encoding="UTF-8" standalone="yes"?>
<Relationships xmlns="http://schemas.openxmlformats.org/package/2006/relationships"><Relationship Id="rId3" Type="http://schemas.openxmlformats.org/officeDocument/2006/relationships/image" Target="../media/image17.png" /><Relationship Id="rId2" Type="http://schemas.openxmlformats.org/officeDocument/2006/relationships/image" Target="../media/image16.png" /><Relationship Id="rId1" Type="http://schemas.openxmlformats.org/officeDocument/2006/relationships/slideLayout" Target="../slideLayouts/slideLayout1.xml" /></Relationships>
</file>

<file path=ppt/slides/_rels/slide13.xml.rels><?xml version="1.0" encoding="UTF-8" standalone="yes"?>
<Relationships xmlns="http://schemas.openxmlformats.org/package/2006/relationships"><Relationship Id="rId3" Type="http://schemas.openxmlformats.org/officeDocument/2006/relationships/image" Target="../media/image19.png" /><Relationship Id="rId2" Type="http://schemas.openxmlformats.org/officeDocument/2006/relationships/image" Target="../media/image18.png" /><Relationship Id="rId1" Type="http://schemas.openxmlformats.org/officeDocument/2006/relationships/slideLayout" Target="../slideLayouts/slideLayout1.xml" /></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6.xml.rels><?xml version="1.0" encoding="UTF-8" standalone="yes"?>
<Relationships xmlns="http://schemas.openxmlformats.org/package/2006/relationships"><Relationship Id="rId3" Type="http://schemas.openxmlformats.org/officeDocument/2006/relationships/image" Target="../media/image21.png" /><Relationship Id="rId2" Type="http://schemas.openxmlformats.org/officeDocument/2006/relationships/image" Target="../media/image20.png" /><Relationship Id="rId1" Type="http://schemas.openxmlformats.org/officeDocument/2006/relationships/slideLayout" Target="../slideLayouts/slideLayout1.xml" /></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object 7">
            <a:extLst>
              <a:ext uri="{FF2B5EF4-FFF2-40B4-BE49-F238E27FC236}">
                <a16:creationId xmlns:a16="http://schemas.microsoft.com/office/drawing/2014/main" id="{C19F4608-C182-10DC-6E93-E2BE32DFC723}"/>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051" name="object 8">
            <a:extLst>
              <a:ext uri="{FF2B5EF4-FFF2-40B4-BE49-F238E27FC236}">
                <a16:creationId xmlns:a16="http://schemas.microsoft.com/office/drawing/2014/main" id="{DA8146C9-BBE4-0AC8-BFA1-F81977DB2BC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9D915F51-CE2E-7C03-5DC0-608EFED823DF}"/>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9"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spc="-154"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0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053" name="object 2">
            <a:extLst>
              <a:ext uri="{FF2B5EF4-FFF2-40B4-BE49-F238E27FC236}">
                <a16:creationId xmlns:a16="http://schemas.microsoft.com/office/drawing/2014/main" id="{0AC50DD5-613D-96C2-0261-D031E0291C41}"/>
              </a:ext>
            </a:extLst>
          </p:cNvPr>
          <p:cNvSpPr txBox="1">
            <a:spLocks noChangeArrowheads="1"/>
          </p:cNvSpPr>
          <p:nvPr/>
        </p:nvSpPr>
        <p:spPr bwMode="auto">
          <a:xfrm>
            <a:off x="533400" y="962025"/>
            <a:ext cx="7924800" cy="1722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lstStyle>
            <a:lvl1pPr marL="3492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ts val="4888"/>
              </a:lnSpc>
              <a:spcBef>
                <a:spcPts val="363"/>
              </a:spcBef>
            </a:pPr>
            <a:endParaRPr lang="en-US" altLang="en-US" sz="2400" b="1">
              <a:latin typeface="Bookman Old Style" panose="02050604050505020204" pitchFamily="18" charset="0"/>
              <a:cs typeface="Andalus" panose="02020603050405020304" pitchFamily="18" charset="-78"/>
            </a:endParaRPr>
          </a:p>
        </p:txBody>
      </p:sp>
      <p:sp>
        <p:nvSpPr>
          <p:cNvPr id="2054" name="TextBox 10">
            <a:extLst>
              <a:ext uri="{FF2B5EF4-FFF2-40B4-BE49-F238E27FC236}">
                <a16:creationId xmlns:a16="http://schemas.microsoft.com/office/drawing/2014/main" id="{EE4966C6-A956-A168-52F8-7E1494876EA8}"/>
              </a:ext>
            </a:extLst>
          </p:cNvPr>
          <p:cNvSpPr txBox="1">
            <a:spLocks noChangeArrowheads="1"/>
          </p:cNvSpPr>
          <p:nvPr/>
        </p:nvSpPr>
        <p:spPr bwMode="auto">
          <a:xfrm>
            <a:off x="523875" y="1063625"/>
            <a:ext cx="8382000" cy="998538"/>
          </a:xfrm>
          <a:prstGeom prst="rect">
            <a:avLst/>
          </a:prstGeom>
          <a:solidFill>
            <a:schemeClr val="accent1"/>
          </a:solidFill>
          <a:ln w="9525">
            <a:solidFill>
              <a:schemeClr val="accent1"/>
            </a:solidFill>
            <a:miter lim="800000"/>
            <a:headEnd/>
            <a:tailEnd/>
          </a:ln>
        </p:spPr>
        <p:txBody>
          <a:bodyPr>
            <a:spAutoFit/>
          </a:bodyPr>
          <a:lstStyle>
            <a:lvl1pPr marL="34925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lnSpc>
                <a:spcPts val="4888"/>
              </a:lnSpc>
              <a:spcBef>
                <a:spcPts val="363"/>
              </a:spcBef>
            </a:pPr>
            <a:r>
              <a:rPr lang="en-US" altLang="en-US" sz="2400" b="1">
                <a:solidFill>
                  <a:srgbClr val="FFFFFF"/>
                </a:solidFill>
                <a:latin typeface="Times New Roman" panose="02020603050405020304" pitchFamily="18" charset="0"/>
                <a:ea typeface="Verdana" panose="020B0604030504040204" pitchFamily="34" charset="0"/>
                <a:cs typeface="Times New Roman" panose="02020603050405020304" pitchFamily="18" charset="0"/>
              </a:rPr>
              <a:t>Python Control Flow Statements</a:t>
            </a:r>
            <a:endParaRPr lang="en-IN" altLang="en-US" sz="2400" b="1">
              <a:solidFill>
                <a:srgbClr val="FFFFFF"/>
              </a:solidFill>
              <a:latin typeface="Times New Roman" panose="02020603050405020304" pitchFamily="18" charset="0"/>
              <a:ea typeface="Verdana" panose="020B0604030504040204" pitchFamily="34" charset="0"/>
              <a:cs typeface="Times New Roman" panose="02020603050405020304" pitchFamily="18" charset="0"/>
            </a:endParaRPr>
          </a:p>
          <a:p>
            <a:pPr eaLnBrk="1" hangingPunct="1"/>
            <a:endParaRPr lang="en-IN" altLang="en-US">
              <a:latin typeface="Calibri" panose="020F0502020204030204" pitchFamily="34" charset="0"/>
              <a:ea typeface="Verdana" panose="020B0604030504040204" pitchFamily="34" charset="0"/>
              <a:cs typeface="Times New Roman" panose="02020603050405020304" pitchFamily="18" charset="0"/>
            </a:endParaRPr>
          </a:p>
        </p:txBody>
      </p:sp>
      <p:sp>
        <p:nvSpPr>
          <p:cNvPr id="2" name="Rectangle 1">
            <a:extLst>
              <a:ext uri="{FF2B5EF4-FFF2-40B4-BE49-F238E27FC236}">
                <a16:creationId xmlns:a16="http://schemas.microsoft.com/office/drawing/2014/main" id="{DDA2964F-710C-078F-C7CE-C985CD3755A6}"/>
              </a:ext>
            </a:extLst>
          </p:cNvPr>
          <p:cNvSpPr/>
          <p:nvPr/>
        </p:nvSpPr>
        <p:spPr>
          <a:xfrm>
            <a:off x="914400" y="3105150"/>
            <a:ext cx="7162800" cy="954088"/>
          </a:xfrm>
          <a:prstGeom prst="rect">
            <a:avLst/>
          </a:prstGeom>
        </p:spPr>
        <p:txBody>
          <a:bodyPr>
            <a:spAutoFit/>
          </a:bodyPr>
          <a:lstStyle/>
          <a:p>
            <a:pPr marL="342900" indent="-342900" algn="just">
              <a:buFont typeface="Wingdings" pitchFamily="2" charset="2"/>
              <a:buChar char="n"/>
              <a:defRPr/>
            </a:pPr>
            <a:r>
              <a:rPr lang="en-US" sz="2800" dirty="0">
                <a:solidFill>
                  <a:schemeClr val="accent2">
                    <a:lumMod val="10000"/>
                  </a:schemeClr>
                </a:solidFill>
                <a:latin typeface="Times New Roman" panose="02020603050405020304" pitchFamily="18" charset="0"/>
                <a:cs typeface="Times New Roman" panose="02020603050405020304" pitchFamily="18" charset="0"/>
              </a:rPr>
              <a:t>There are three control flow statements in Python - </a:t>
            </a:r>
            <a:r>
              <a:rPr lang="en-US" sz="2800" b="1" dirty="0">
                <a:solidFill>
                  <a:srgbClr val="FF0000"/>
                </a:solidFill>
                <a:latin typeface="Times New Roman" panose="02020603050405020304" pitchFamily="18" charset="0"/>
                <a:cs typeface="Times New Roman" panose="02020603050405020304" pitchFamily="18" charset="0"/>
              </a:rPr>
              <a:t>if, for and while.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object 12">
            <a:extLst>
              <a:ext uri="{FF2B5EF4-FFF2-40B4-BE49-F238E27FC236}">
                <a16:creationId xmlns:a16="http://schemas.microsoft.com/office/drawing/2014/main" id="{DEC0189E-E65F-4852-EAFE-63862CE433EA}"/>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4099" name="object 13">
            <a:extLst>
              <a:ext uri="{FF2B5EF4-FFF2-40B4-BE49-F238E27FC236}">
                <a16:creationId xmlns:a16="http://schemas.microsoft.com/office/drawing/2014/main" id="{88BA16E4-22B5-0F18-2761-4D688634508A}"/>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4100" name="object 10">
            <a:extLst>
              <a:ext uri="{FF2B5EF4-FFF2-40B4-BE49-F238E27FC236}">
                <a16:creationId xmlns:a16="http://schemas.microsoft.com/office/drawing/2014/main" id="{5DC167AF-385A-8629-4323-82F8D2108363}"/>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4101" name="object 11">
            <a:extLst>
              <a:ext uri="{FF2B5EF4-FFF2-40B4-BE49-F238E27FC236}">
                <a16:creationId xmlns:a16="http://schemas.microsoft.com/office/drawing/2014/main" id="{9B70B48A-25DB-0B4A-F783-AF6C6E2C691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2E699E64-F17D-A9E1-DD49-28A867EA7487}"/>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E25BE497-7231-7175-7BA0-7078BA7528F2}"/>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Conditional execution</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4104" name="Rectangle 3">
            <a:extLst>
              <a:ext uri="{FF2B5EF4-FFF2-40B4-BE49-F238E27FC236}">
                <a16:creationId xmlns:a16="http://schemas.microsoft.com/office/drawing/2014/main" id="{1372D4CC-FC88-2FAD-D964-F40685D7307C}"/>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4105" name="Content Placeholder 2">
            <a:extLst>
              <a:ext uri="{FF2B5EF4-FFF2-40B4-BE49-F238E27FC236}">
                <a16:creationId xmlns:a16="http://schemas.microsoft.com/office/drawing/2014/main" id="{87F1B7BF-B2EB-59AE-EDE2-9B8FF9BD4E85}"/>
              </a:ext>
            </a:extLst>
          </p:cNvPr>
          <p:cNvSpPr txBox="1">
            <a:spLocks/>
          </p:cNvSpPr>
          <p:nvPr/>
        </p:nvSpPr>
        <p:spPr bwMode="auto">
          <a:xfrm>
            <a:off x="990600" y="10668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2800">
                <a:latin typeface="Times New Roman" panose="02020603050405020304" pitchFamily="18" charset="0"/>
                <a:cs typeface="Times New Roman" panose="02020603050405020304" pitchFamily="18" charset="0"/>
              </a:rPr>
              <a:t>The simplest form is the </a:t>
            </a:r>
            <a:r>
              <a:rPr lang="en-IN" altLang="en-US" sz="2800" b="1">
                <a:solidFill>
                  <a:srgbClr val="FF0000"/>
                </a:solidFill>
                <a:latin typeface="Times New Roman" panose="02020603050405020304" pitchFamily="18" charset="0"/>
                <a:cs typeface="Times New Roman" panose="02020603050405020304" pitchFamily="18" charset="0"/>
              </a:rPr>
              <a:t>if</a:t>
            </a:r>
            <a:r>
              <a:rPr lang="en-IN" altLang="en-US" sz="2800">
                <a:latin typeface="Times New Roman" panose="02020603050405020304" pitchFamily="18" charset="0"/>
                <a:cs typeface="Times New Roman" panose="02020603050405020304" pitchFamily="18" charset="0"/>
              </a:rPr>
              <a:t> statement:</a:t>
            </a:r>
          </a:p>
        </p:txBody>
      </p:sp>
      <p:pic>
        <p:nvPicPr>
          <p:cNvPr id="4106" name="Picture 3">
            <a:extLst>
              <a:ext uri="{FF2B5EF4-FFF2-40B4-BE49-F238E27FC236}">
                <a16:creationId xmlns:a16="http://schemas.microsoft.com/office/drawing/2014/main" id="{A006EF6A-9EDB-4685-8691-10807446F2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4513" y="1727200"/>
            <a:ext cx="8599487" cy="1500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107" name="Picture 2">
            <a:extLst>
              <a:ext uri="{FF2B5EF4-FFF2-40B4-BE49-F238E27FC236}">
                <a16:creationId xmlns:a16="http://schemas.microsoft.com/office/drawing/2014/main" id="{6E1CF6FB-6BA2-9F96-D404-8DEF92DA233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3416300"/>
            <a:ext cx="5562600" cy="2640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object 12">
            <a:extLst>
              <a:ext uri="{FF2B5EF4-FFF2-40B4-BE49-F238E27FC236}">
                <a16:creationId xmlns:a16="http://schemas.microsoft.com/office/drawing/2014/main" id="{FCF491FB-DE2E-80CB-54CA-EFED6846656C}"/>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23" name="object 13">
            <a:extLst>
              <a:ext uri="{FF2B5EF4-FFF2-40B4-BE49-F238E27FC236}">
                <a16:creationId xmlns:a16="http://schemas.microsoft.com/office/drawing/2014/main" id="{AC10F1AA-F064-5F23-A50B-F7F94AD379BC}"/>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5124" name="object 10">
            <a:extLst>
              <a:ext uri="{FF2B5EF4-FFF2-40B4-BE49-F238E27FC236}">
                <a16:creationId xmlns:a16="http://schemas.microsoft.com/office/drawing/2014/main" id="{E6D205A2-0966-C35F-4785-ABF6470B0F2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5125" name="object 11">
            <a:extLst>
              <a:ext uri="{FF2B5EF4-FFF2-40B4-BE49-F238E27FC236}">
                <a16:creationId xmlns:a16="http://schemas.microsoft.com/office/drawing/2014/main" id="{C7059E42-D39A-95A1-D11F-3CCCC50AA2CE}"/>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76F9DCD6-BE1C-1AC6-8A74-B743DA2C9148}"/>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C5B50E08-D453-174D-90F6-8CCEA8FD4F88}"/>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Chained</a:t>
            </a: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Conditional</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5128" name="Rectangle 3">
            <a:extLst>
              <a:ext uri="{FF2B5EF4-FFF2-40B4-BE49-F238E27FC236}">
                <a16:creationId xmlns:a16="http://schemas.microsoft.com/office/drawing/2014/main" id="{2C97DE4C-1976-D1D7-ACF8-2C191B1E0AEE}"/>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pic>
        <p:nvPicPr>
          <p:cNvPr id="5129" name="Picture 2">
            <a:extLst>
              <a:ext uri="{FF2B5EF4-FFF2-40B4-BE49-F238E27FC236}">
                <a16:creationId xmlns:a16="http://schemas.microsoft.com/office/drawing/2014/main" id="{7F43A1BC-3C72-ACD9-3630-0521B41C6F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4213" y="1870075"/>
            <a:ext cx="3506787"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30" name="Picture 2">
            <a:extLst>
              <a:ext uri="{FF2B5EF4-FFF2-40B4-BE49-F238E27FC236}">
                <a16:creationId xmlns:a16="http://schemas.microsoft.com/office/drawing/2014/main" id="{24C6C57C-D29A-C086-D2E0-780AFCB0A1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68788" y="1412875"/>
            <a:ext cx="4875212" cy="304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object 12">
            <a:extLst>
              <a:ext uri="{FF2B5EF4-FFF2-40B4-BE49-F238E27FC236}">
                <a16:creationId xmlns:a16="http://schemas.microsoft.com/office/drawing/2014/main" id="{D4220E13-C116-3D69-4D31-285B61BD5CBB}"/>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6147" name="object 13">
            <a:extLst>
              <a:ext uri="{FF2B5EF4-FFF2-40B4-BE49-F238E27FC236}">
                <a16:creationId xmlns:a16="http://schemas.microsoft.com/office/drawing/2014/main" id="{45CCA79D-8CF4-5FF3-A95A-D070265F474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6148" name="object 10">
            <a:extLst>
              <a:ext uri="{FF2B5EF4-FFF2-40B4-BE49-F238E27FC236}">
                <a16:creationId xmlns:a16="http://schemas.microsoft.com/office/drawing/2014/main" id="{2B80A684-A086-94E5-FC14-25BC029C6A74}"/>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6149" name="object 11">
            <a:extLst>
              <a:ext uri="{FF2B5EF4-FFF2-40B4-BE49-F238E27FC236}">
                <a16:creationId xmlns:a16="http://schemas.microsoft.com/office/drawing/2014/main" id="{09A49E43-A2BF-7416-9B20-0F9DC268DB49}"/>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B58D00F5-772D-76B0-0AA1-15010E58AFFE}"/>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5B2C8967-DC2A-CB17-5C18-FD3678E794E4}"/>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Python for While Statements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6152" name="Rectangle 3">
            <a:extLst>
              <a:ext uri="{FF2B5EF4-FFF2-40B4-BE49-F238E27FC236}">
                <a16:creationId xmlns:a16="http://schemas.microsoft.com/office/drawing/2014/main" id="{73BAFDDB-B45F-2B63-7D53-EAE4126FDA2C}"/>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6153" name="Content Placeholder 2">
            <a:extLst>
              <a:ext uri="{FF2B5EF4-FFF2-40B4-BE49-F238E27FC236}">
                <a16:creationId xmlns:a16="http://schemas.microsoft.com/office/drawing/2014/main" id="{78A6DC23-F530-A88C-71CB-5993B7945455}"/>
              </a:ext>
            </a:extLst>
          </p:cNvPr>
          <p:cNvSpPr txBox="1">
            <a:spLocks/>
          </p:cNvSpPr>
          <p:nvPr/>
        </p:nvSpPr>
        <p:spPr bwMode="auto">
          <a:xfrm>
            <a:off x="862013" y="1143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3200" b="1">
                <a:latin typeface="Times New Roman" panose="02020603050405020304" pitchFamily="18" charset="0"/>
                <a:cs typeface="Times New Roman" panose="02020603050405020304" pitchFamily="18" charset="0"/>
              </a:rPr>
              <a:t>while </a:t>
            </a:r>
            <a:r>
              <a:rPr lang="en-IN" altLang="en-US" sz="3200" b="1" i="1">
                <a:latin typeface="Times New Roman" panose="02020603050405020304" pitchFamily="18" charset="0"/>
                <a:cs typeface="Times New Roman" panose="02020603050405020304" pitchFamily="18" charset="0"/>
              </a:rPr>
              <a:t>«expression»:</a:t>
            </a:r>
          </a:p>
          <a:p>
            <a:pPr lvl="1">
              <a:spcBef>
                <a:spcPct val="20000"/>
              </a:spcBef>
              <a:buFont typeface="Arial" panose="020B0604020202020204" pitchFamily="34" charset="0"/>
              <a:buChar char="–"/>
            </a:pPr>
            <a:r>
              <a:rPr lang="en-IN" altLang="en-US" sz="2800" i="1">
                <a:latin typeface="Times New Roman" panose="02020603050405020304" pitchFamily="18" charset="0"/>
                <a:cs typeface="Times New Roman" panose="02020603050405020304" pitchFamily="18" charset="0"/>
              </a:rPr>
              <a:t>«block»</a:t>
            </a:r>
            <a:endParaRPr lang="en-IN" altLang="en-US" sz="2800">
              <a:latin typeface="Times New Roman" panose="02020603050405020304" pitchFamily="18" charset="0"/>
              <a:cs typeface="Times New Roman" panose="02020603050405020304" pitchFamily="18" charset="0"/>
            </a:endParaRPr>
          </a:p>
        </p:txBody>
      </p:sp>
      <p:pic>
        <p:nvPicPr>
          <p:cNvPr id="6154" name="Picture 2">
            <a:extLst>
              <a:ext uri="{FF2B5EF4-FFF2-40B4-BE49-F238E27FC236}">
                <a16:creationId xmlns:a16="http://schemas.microsoft.com/office/drawing/2014/main" id="{08252B98-56C3-5D94-9488-B51CE12A770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33413" y="2578100"/>
            <a:ext cx="4114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155" name="Picture 3">
            <a:extLst>
              <a:ext uri="{FF2B5EF4-FFF2-40B4-BE49-F238E27FC236}">
                <a16:creationId xmlns:a16="http://schemas.microsoft.com/office/drawing/2014/main" id="{393B6B1B-46B7-566E-1C47-5B3574208B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81575" y="2582863"/>
            <a:ext cx="3429000" cy="2509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object 12">
            <a:extLst>
              <a:ext uri="{FF2B5EF4-FFF2-40B4-BE49-F238E27FC236}">
                <a16:creationId xmlns:a16="http://schemas.microsoft.com/office/drawing/2014/main" id="{499CCCA6-D3E7-8D34-4934-A238D1673A25}"/>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7171" name="object 13">
            <a:extLst>
              <a:ext uri="{FF2B5EF4-FFF2-40B4-BE49-F238E27FC236}">
                <a16:creationId xmlns:a16="http://schemas.microsoft.com/office/drawing/2014/main" id="{90154143-685B-41FD-E2C5-EDD72F1CABFC}"/>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7172" name="object 10">
            <a:extLst>
              <a:ext uri="{FF2B5EF4-FFF2-40B4-BE49-F238E27FC236}">
                <a16:creationId xmlns:a16="http://schemas.microsoft.com/office/drawing/2014/main" id="{56B45699-A133-D468-3685-6DEBC1EEF7E0}"/>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7173" name="object 11">
            <a:extLst>
              <a:ext uri="{FF2B5EF4-FFF2-40B4-BE49-F238E27FC236}">
                <a16:creationId xmlns:a16="http://schemas.microsoft.com/office/drawing/2014/main" id="{1A6C0382-B95B-84A2-E5CF-39D6CFF62FC5}"/>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33552F9C-DFBD-8314-4870-6331BA3931EC}"/>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54D32B7-C985-4C7B-D21E-32F92B1D7AD1}"/>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else statements used with loops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7176" name="Rectangle 3">
            <a:extLst>
              <a:ext uri="{FF2B5EF4-FFF2-40B4-BE49-F238E27FC236}">
                <a16:creationId xmlns:a16="http://schemas.microsoft.com/office/drawing/2014/main" id="{F6F87306-0F0D-1276-E478-6960987815CA}"/>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pic>
        <p:nvPicPr>
          <p:cNvPr id="7177" name="Picture 5">
            <a:extLst>
              <a:ext uri="{FF2B5EF4-FFF2-40B4-BE49-F238E27FC236}">
                <a16:creationId xmlns:a16="http://schemas.microsoft.com/office/drawing/2014/main" id="{674CFB10-29BC-AC76-F4A1-B15444CA58A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7225" y="838200"/>
            <a:ext cx="74676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object 12">
            <a:extLst>
              <a:ext uri="{FF2B5EF4-FFF2-40B4-BE49-F238E27FC236}">
                <a16:creationId xmlns:a16="http://schemas.microsoft.com/office/drawing/2014/main" id="{72C98E8F-AC97-194A-86E9-4DF4098D0C7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8195" name="object 13">
            <a:extLst>
              <a:ext uri="{FF2B5EF4-FFF2-40B4-BE49-F238E27FC236}">
                <a16:creationId xmlns:a16="http://schemas.microsoft.com/office/drawing/2014/main" id="{E343481B-DA55-A67E-CDDB-B0EC87527D3A}"/>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8196" name="object 10">
            <a:extLst>
              <a:ext uri="{FF2B5EF4-FFF2-40B4-BE49-F238E27FC236}">
                <a16:creationId xmlns:a16="http://schemas.microsoft.com/office/drawing/2014/main" id="{03C8A8D5-10AF-DCB4-88F3-BE7C587EBAC3}"/>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8197" name="object 11">
            <a:extLst>
              <a:ext uri="{FF2B5EF4-FFF2-40B4-BE49-F238E27FC236}">
                <a16:creationId xmlns:a16="http://schemas.microsoft.com/office/drawing/2014/main" id="{5DAC7D07-254F-873B-59FE-263B134D868B}"/>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5E26D7D6-0CD2-0123-E4F4-E0C8AC7CA658}"/>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339873A4-2DAE-212C-EE70-201278A4A99D}"/>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Python for loop Statements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8200" name="Rectangle 3">
            <a:extLst>
              <a:ext uri="{FF2B5EF4-FFF2-40B4-BE49-F238E27FC236}">
                <a16:creationId xmlns:a16="http://schemas.microsoft.com/office/drawing/2014/main" id="{57243631-F698-CB15-C967-6ECD4B257555}"/>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8201" name="Content Placeholder 2">
            <a:extLst>
              <a:ext uri="{FF2B5EF4-FFF2-40B4-BE49-F238E27FC236}">
                <a16:creationId xmlns:a16="http://schemas.microsoft.com/office/drawing/2014/main" id="{8C2416E3-8D0A-243F-4F85-E8914E706999}"/>
              </a:ext>
            </a:extLst>
          </p:cNvPr>
          <p:cNvSpPr txBox="1">
            <a:spLocks/>
          </p:cNvSpPr>
          <p:nvPr/>
        </p:nvSpPr>
        <p:spPr bwMode="auto">
          <a:xfrm>
            <a:off x="838200" y="108585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3200">
                <a:latin typeface="Times New Roman" panose="02020603050405020304" pitchFamily="18" charset="0"/>
                <a:cs typeface="Times New Roman" panose="02020603050405020304" pitchFamily="18" charset="0"/>
              </a:rPr>
              <a:t>for </a:t>
            </a:r>
            <a:r>
              <a:rPr lang="en-IN" altLang="en-US" sz="3200" b="1">
                <a:latin typeface="Times New Roman" panose="02020603050405020304" pitchFamily="18" charset="0"/>
                <a:cs typeface="Times New Roman" panose="02020603050405020304" pitchFamily="18" charset="0"/>
              </a:rPr>
              <a:t>“iterating_var” </a:t>
            </a:r>
            <a:r>
              <a:rPr lang="en-IN" altLang="en-US" sz="3200">
                <a:latin typeface="Times New Roman" panose="02020603050405020304" pitchFamily="18" charset="0"/>
                <a:cs typeface="Times New Roman" panose="02020603050405020304" pitchFamily="18" charset="0"/>
              </a:rPr>
              <a:t>in sequence: </a:t>
            </a:r>
          </a:p>
          <a:p>
            <a:pPr lvl="2">
              <a:spcBef>
                <a:spcPct val="20000"/>
              </a:spcBef>
              <a:buFont typeface="Arial" panose="020B0604020202020204" pitchFamily="34" charset="0"/>
              <a:buNone/>
            </a:pPr>
            <a:r>
              <a:rPr lang="en-IN" altLang="en-US" sz="2400">
                <a:latin typeface="Times New Roman" panose="02020603050405020304" pitchFamily="18" charset="0"/>
                <a:cs typeface="Times New Roman" panose="02020603050405020304" pitchFamily="18" charset="0"/>
              </a:rPr>
              <a:t>statements(s)</a:t>
            </a:r>
          </a:p>
        </p:txBody>
      </p:sp>
      <p:pic>
        <p:nvPicPr>
          <p:cNvPr id="8202" name="Picture 2">
            <a:extLst>
              <a:ext uri="{FF2B5EF4-FFF2-40B4-BE49-F238E27FC236}">
                <a16:creationId xmlns:a16="http://schemas.microsoft.com/office/drawing/2014/main" id="{CD7149F6-D97B-9C75-225E-9D6EB20752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28688" y="2351088"/>
            <a:ext cx="3019425"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203" name="Picture 2">
            <a:extLst>
              <a:ext uri="{FF2B5EF4-FFF2-40B4-BE49-F238E27FC236}">
                <a16:creationId xmlns:a16="http://schemas.microsoft.com/office/drawing/2014/main" id="{5BC9809B-FB04-DF01-4B71-387D5C10D5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95788" y="2211388"/>
            <a:ext cx="4429125" cy="3960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object 12">
            <a:extLst>
              <a:ext uri="{FF2B5EF4-FFF2-40B4-BE49-F238E27FC236}">
                <a16:creationId xmlns:a16="http://schemas.microsoft.com/office/drawing/2014/main" id="{041977EE-88BA-19BA-20F8-653EDB928BDB}"/>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9219" name="object 13">
            <a:extLst>
              <a:ext uri="{FF2B5EF4-FFF2-40B4-BE49-F238E27FC236}">
                <a16:creationId xmlns:a16="http://schemas.microsoft.com/office/drawing/2014/main" id="{07E33D5A-CEC4-2A90-B6E1-EA40ECEC2C8F}"/>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9220" name="object 10">
            <a:extLst>
              <a:ext uri="{FF2B5EF4-FFF2-40B4-BE49-F238E27FC236}">
                <a16:creationId xmlns:a16="http://schemas.microsoft.com/office/drawing/2014/main" id="{7CC97BBC-9012-E0AF-50B4-A35FC793DE3A}"/>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9221" name="object 11">
            <a:extLst>
              <a:ext uri="{FF2B5EF4-FFF2-40B4-BE49-F238E27FC236}">
                <a16:creationId xmlns:a16="http://schemas.microsoft.com/office/drawing/2014/main" id="{EA24D88C-128F-5E41-B0DE-CEA50339AB91}"/>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DF2CF819-D4AD-B0E5-2B25-2A9882229523}"/>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990453B-3871-8BA6-F16B-C4BD025FD036}"/>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Python for loop Statements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2" name="Content Placeholder 2">
            <a:extLst>
              <a:ext uri="{FF2B5EF4-FFF2-40B4-BE49-F238E27FC236}">
                <a16:creationId xmlns:a16="http://schemas.microsoft.com/office/drawing/2014/main" id="{5B95C3BC-50B8-4A19-609C-1B698F016AA8}"/>
              </a:ext>
            </a:extLst>
          </p:cNvPr>
          <p:cNvSpPr txBox="1">
            <a:spLocks/>
          </p:cNvSpPr>
          <p:nvPr/>
        </p:nvSpPr>
        <p:spPr>
          <a:xfrm>
            <a:off x="381000" y="685800"/>
            <a:ext cx="8229600" cy="5867400"/>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eaLnBrk="1" hangingPunct="1">
              <a:buFont typeface="Wingdings" panose="05000000000000000000" pitchFamily="2" charset="2"/>
              <a:buNone/>
              <a:defRPr/>
            </a:pPr>
            <a:r>
              <a:rPr lang="en-US" sz="2800" i="1" dirty="0">
                <a:solidFill>
                  <a:schemeClr val="tx2">
                    <a:lumMod val="75000"/>
                  </a:schemeClr>
                </a:solidFill>
              </a:rPr>
              <a:t>#!/</a:t>
            </a:r>
            <a:r>
              <a:rPr lang="en-US" sz="2800" i="1" dirty="0" err="1">
                <a:solidFill>
                  <a:schemeClr val="tx2">
                    <a:lumMod val="75000"/>
                  </a:schemeClr>
                </a:solidFill>
              </a:rPr>
              <a:t>usr</a:t>
            </a:r>
            <a:r>
              <a:rPr lang="en-US" sz="2800" i="1" dirty="0">
                <a:solidFill>
                  <a:schemeClr val="tx2">
                    <a:lumMod val="75000"/>
                  </a:schemeClr>
                </a:solidFill>
              </a:rPr>
              <a:t>/bin/python </a:t>
            </a:r>
          </a:p>
          <a:p>
            <a:pPr eaLnBrk="1" hangingPunct="1">
              <a:buFont typeface="Wingdings" panose="05000000000000000000" pitchFamily="2" charset="2"/>
              <a:buChar char="§"/>
              <a:defRPr/>
            </a:pPr>
            <a:r>
              <a:rPr lang="en-US" sz="2800" i="1" dirty="0">
                <a:latin typeface="Times New Roman" panose="02020603050405020304" pitchFamily="18" charset="0"/>
                <a:cs typeface="Times New Roman" panose="02020603050405020304" pitchFamily="18" charset="0"/>
              </a:rPr>
              <a:t>for letter in </a:t>
            </a:r>
            <a:r>
              <a:rPr lang="en-US" sz="2800" b="1" i="1" dirty="0">
                <a:latin typeface="Times New Roman" panose="02020603050405020304" pitchFamily="18" charset="0"/>
                <a:cs typeface="Times New Roman" panose="02020603050405020304" pitchFamily="18" charset="0"/>
              </a:rPr>
              <a:t>'Python':</a:t>
            </a:r>
            <a:r>
              <a:rPr lang="en-US" sz="2800" i="1" dirty="0">
                <a:latin typeface="Times New Roman" panose="02020603050405020304" pitchFamily="18" charset="0"/>
                <a:cs typeface="Times New Roman" panose="02020603050405020304" pitchFamily="18" charset="0"/>
              </a:rPr>
              <a:t> 			    #example1</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print (‘Current Letter :', letter )</a:t>
            </a:r>
          </a:p>
          <a:p>
            <a:pPr eaLnBrk="1" hangingPunct="1">
              <a:buFont typeface="Wingdings" panose="05000000000000000000" pitchFamily="2" charset="2"/>
              <a:buChar char="§"/>
              <a:defRPr/>
            </a:pPr>
            <a:r>
              <a:rPr lang="en-US" sz="2800" i="1" dirty="0">
                <a:latin typeface="Times New Roman" panose="02020603050405020304" pitchFamily="18" charset="0"/>
                <a:cs typeface="Times New Roman" panose="02020603050405020304" pitchFamily="18" charset="0"/>
              </a:rPr>
              <a:t>fruits = ['banana', 'apple', 'mango'] </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for fruit in </a:t>
            </a:r>
            <a:r>
              <a:rPr lang="en-US" sz="2800" b="1" i="1" dirty="0">
                <a:latin typeface="Times New Roman" panose="02020603050405020304" pitchFamily="18" charset="0"/>
                <a:cs typeface="Times New Roman" panose="02020603050405020304" pitchFamily="18" charset="0"/>
              </a:rPr>
              <a:t>fruits</a:t>
            </a:r>
            <a:r>
              <a:rPr lang="en-US" sz="2800" i="1" dirty="0">
                <a:latin typeface="Times New Roman" panose="02020603050405020304" pitchFamily="18" charset="0"/>
                <a:cs typeface="Times New Roman" panose="02020603050405020304" pitchFamily="18" charset="0"/>
              </a:rPr>
              <a:t>: 			   #example2</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print (‘Current fruit :', fruit) </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print "Good bye!“</a:t>
            </a:r>
          </a:p>
          <a:p>
            <a:pPr eaLnBrk="1" hangingPunct="1">
              <a:buFont typeface="Wingdings" panose="05000000000000000000" pitchFamily="2" charset="2"/>
              <a:buChar char="§"/>
              <a:defRPr/>
            </a:pPr>
            <a:r>
              <a:rPr lang="en-US" sz="2800" i="1" dirty="0">
                <a:latin typeface="Times New Roman" panose="02020603050405020304" pitchFamily="18" charset="0"/>
                <a:cs typeface="Times New Roman" panose="02020603050405020304" pitchFamily="18" charset="0"/>
              </a:rPr>
              <a:t>for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 in range(1,5):			   #example3</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print (</a:t>
            </a:r>
            <a:r>
              <a:rPr lang="en-US" sz="2800" i="1" dirty="0" err="1">
                <a:latin typeface="Times New Roman" panose="02020603050405020304" pitchFamily="18" charset="0"/>
                <a:cs typeface="Times New Roman" panose="02020603050405020304" pitchFamily="18" charset="0"/>
              </a:rPr>
              <a:t>i</a:t>
            </a:r>
            <a:r>
              <a:rPr lang="en-US" sz="2800" i="1" dirty="0">
                <a:latin typeface="Times New Roman" panose="02020603050405020304" pitchFamily="18" charset="0"/>
                <a:cs typeface="Times New Roman" panose="02020603050405020304" pitchFamily="18" charset="0"/>
              </a:rPr>
              <a:t>)</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else:</a:t>
            </a:r>
          </a:p>
          <a:p>
            <a:pPr marL="0" indent="0" eaLnBrk="1" hangingPunct="1">
              <a:buFont typeface="Arial" panose="020B0604020202020204" pitchFamily="34" charset="0"/>
              <a:buNone/>
              <a:defRPr/>
            </a:pPr>
            <a:r>
              <a:rPr lang="en-US" sz="2800" i="1" dirty="0">
                <a:latin typeface="Times New Roman" panose="02020603050405020304" pitchFamily="18" charset="0"/>
                <a:cs typeface="Times New Roman" panose="02020603050405020304" pitchFamily="18" charset="0"/>
              </a:rPr>
              <a:t>	print (“The for loop is over”)</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object 12">
            <a:extLst>
              <a:ext uri="{FF2B5EF4-FFF2-40B4-BE49-F238E27FC236}">
                <a16:creationId xmlns:a16="http://schemas.microsoft.com/office/drawing/2014/main" id="{9F148913-E9A9-0DD0-46D5-91D7FC6255F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0243" name="object 13">
            <a:extLst>
              <a:ext uri="{FF2B5EF4-FFF2-40B4-BE49-F238E27FC236}">
                <a16:creationId xmlns:a16="http://schemas.microsoft.com/office/drawing/2014/main" id="{47AB86BF-1D45-B771-B419-F91EB37CDEBF}"/>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0244" name="object 10">
            <a:extLst>
              <a:ext uri="{FF2B5EF4-FFF2-40B4-BE49-F238E27FC236}">
                <a16:creationId xmlns:a16="http://schemas.microsoft.com/office/drawing/2014/main" id="{A44551B1-4DD0-D865-A73F-C6D70D065CFC}"/>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0245" name="object 11">
            <a:extLst>
              <a:ext uri="{FF2B5EF4-FFF2-40B4-BE49-F238E27FC236}">
                <a16:creationId xmlns:a16="http://schemas.microsoft.com/office/drawing/2014/main" id="{E3202983-F23E-B1F9-CE3B-B452B792DA8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15EA2C56-5F1A-8EEA-9654-82B67AAD4D84}"/>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C0E55498-9E20-D155-439B-6B797B890D22}"/>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Nested loop example</a:t>
            </a:r>
            <a:endParaRPr lang="en-US" sz="3600" b="1" dirty="0">
              <a:solidFill>
                <a:schemeClr val="bg1"/>
              </a:solidFill>
              <a:latin typeface="Times New Roman" panose="02020603050405020304" pitchFamily="18" charset="0"/>
              <a:cs typeface="Times New Roman" panose="02020603050405020304" pitchFamily="18" charset="0"/>
            </a:endParaRPr>
          </a:p>
        </p:txBody>
      </p:sp>
      <p:pic>
        <p:nvPicPr>
          <p:cNvPr id="10248" name="Picture 5">
            <a:extLst>
              <a:ext uri="{FF2B5EF4-FFF2-40B4-BE49-F238E27FC236}">
                <a16:creationId xmlns:a16="http://schemas.microsoft.com/office/drawing/2014/main" id="{F6258C97-5390-BE80-396F-4DFCE0BFAE0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295400"/>
            <a:ext cx="5638800" cy="434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249" name="Picture 6">
            <a:extLst>
              <a:ext uri="{FF2B5EF4-FFF2-40B4-BE49-F238E27FC236}">
                <a16:creationId xmlns:a16="http://schemas.microsoft.com/office/drawing/2014/main" id="{88FA3BE1-C755-D1EF-753A-C270599772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0" y="1905000"/>
            <a:ext cx="1333500" cy="3209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object 12">
            <a:extLst>
              <a:ext uri="{FF2B5EF4-FFF2-40B4-BE49-F238E27FC236}">
                <a16:creationId xmlns:a16="http://schemas.microsoft.com/office/drawing/2014/main" id="{4EECC048-94FF-8A5A-1D0F-BAFEE653D3C3}"/>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1267" name="object 13">
            <a:extLst>
              <a:ext uri="{FF2B5EF4-FFF2-40B4-BE49-F238E27FC236}">
                <a16:creationId xmlns:a16="http://schemas.microsoft.com/office/drawing/2014/main" id="{28DDC8B5-51C3-1C94-71CB-7B2BDEE3330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1268" name="object 10">
            <a:extLst>
              <a:ext uri="{FF2B5EF4-FFF2-40B4-BE49-F238E27FC236}">
                <a16:creationId xmlns:a16="http://schemas.microsoft.com/office/drawing/2014/main" id="{7781ED36-41A5-8855-2C69-7A757139079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1269" name="object 11">
            <a:extLst>
              <a:ext uri="{FF2B5EF4-FFF2-40B4-BE49-F238E27FC236}">
                <a16:creationId xmlns:a16="http://schemas.microsoft.com/office/drawing/2014/main" id="{E963BA0F-34B5-A32F-9FEB-A85186195BD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B37DBD4A-B232-5E31-B3D0-EE2051EE6EFB}"/>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2165605D-9B9D-6858-B4E2-E61CF14D2F53}"/>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Loop Control Statements</a:t>
            </a:r>
          </a:p>
        </p:txBody>
      </p:sp>
      <p:sp>
        <p:nvSpPr>
          <p:cNvPr id="11272" name="Content Placeholder 2">
            <a:extLst>
              <a:ext uri="{FF2B5EF4-FFF2-40B4-BE49-F238E27FC236}">
                <a16:creationId xmlns:a16="http://schemas.microsoft.com/office/drawing/2014/main" id="{D3E4407A-0363-DA4E-7AAF-F38E2A72CE54}"/>
              </a:ext>
            </a:extLst>
          </p:cNvPr>
          <p:cNvSpPr txBox="1">
            <a:spLocks/>
          </p:cNvSpPr>
          <p:nvPr/>
        </p:nvSpPr>
        <p:spPr bwMode="auto">
          <a:xfrm>
            <a:off x="457200" y="1033463"/>
            <a:ext cx="8229600" cy="563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spcBef>
                <a:spcPct val="20000"/>
              </a:spcBef>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hlinkClick r:id="rId2" tooltip="break statement in Python"/>
              </a:rPr>
              <a:t>break statement</a:t>
            </a:r>
            <a:r>
              <a:rPr lang="en-US" altLang="en-US" sz="2800" b="1">
                <a:latin typeface="Times New Roman" panose="02020603050405020304" pitchFamily="18" charset="0"/>
                <a:cs typeface="Times New Roman" panose="02020603050405020304" pitchFamily="18" charset="0"/>
              </a:rPr>
              <a:t>: </a:t>
            </a:r>
            <a:r>
              <a:rPr lang="en-US" altLang="en-US" sz="2800">
                <a:solidFill>
                  <a:srgbClr val="0070C0"/>
                </a:solidFill>
                <a:latin typeface="Times New Roman" panose="02020603050405020304" pitchFamily="18" charset="0"/>
                <a:cs typeface="Times New Roman" panose="02020603050405020304" pitchFamily="18" charset="0"/>
              </a:rPr>
              <a:t>Terminates the </a:t>
            </a:r>
            <a:r>
              <a:rPr lang="en-US" altLang="en-US" sz="2800" b="1">
                <a:solidFill>
                  <a:srgbClr val="0070C0"/>
                </a:solidFill>
                <a:latin typeface="Times New Roman" panose="02020603050405020304" pitchFamily="18" charset="0"/>
                <a:cs typeface="Times New Roman" panose="02020603050405020304" pitchFamily="18" charset="0"/>
              </a:rPr>
              <a:t>loop</a:t>
            </a:r>
            <a:r>
              <a:rPr lang="en-US" altLang="en-US" sz="2800">
                <a:solidFill>
                  <a:srgbClr val="0070C0"/>
                </a:solidFill>
                <a:latin typeface="Times New Roman" panose="02020603050405020304" pitchFamily="18" charset="0"/>
                <a:cs typeface="Times New Roman" panose="02020603050405020304" pitchFamily="18" charset="0"/>
              </a:rPr>
              <a:t> statement and transfers execution to the statement immediately following the loop.</a:t>
            </a:r>
          </a:p>
          <a:p>
            <a:pPr eaLnBrk="1" hangingPunct="1">
              <a:spcBef>
                <a:spcPct val="20000"/>
              </a:spcBef>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hlinkClick r:id="rId3" tooltip="continue statement in Python"/>
              </a:rPr>
              <a:t>continue statement</a:t>
            </a:r>
            <a:r>
              <a:rPr lang="en-US" altLang="en-US" sz="2800" b="1">
                <a:latin typeface="Times New Roman" panose="02020603050405020304" pitchFamily="18" charset="0"/>
                <a:cs typeface="Times New Roman" panose="02020603050405020304" pitchFamily="18" charset="0"/>
              </a:rPr>
              <a:t>: </a:t>
            </a:r>
            <a:r>
              <a:rPr lang="en-US" altLang="en-US" sz="2800">
                <a:solidFill>
                  <a:srgbClr val="0070C0"/>
                </a:solidFill>
                <a:latin typeface="Times New Roman" panose="02020603050405020304" pitchFamily="18" charset="0"/>
                <a:cs typeface="Times New Roman" panose="02020603050405020304" pitchFamily="18" charset="0"/>
              </a:rPr>
              <a:t>Causes the loop to skip the remainder of its body and immediately retest its condition prior to reiterating.</a:t>
            </a:r>
          </a:p>
          <a:p>
            <a:pPr eaLnBrk="1" hangingPunct="1">
              <a:spcBef>
                <a:spcPct val="20000"/>
              </a:spcBef>
              <a:buFont typeface="Arial" panose="020B0604020202020204" pitchFamily="34" charset="0"/>
              <a:buChar char="•"/>
            </a:pPr>
            <a:r>
              <a:rPr lang="en-US" altLang="en-US" sz="2800" b="1">
                <a:latin typeface="Times New Roman" panose="02020603050405020304" pitchFamily="18" charset="0"/>
                <a:cs typeface="Times New Roman" panose="02020603050405020304" pitchFamily="18" charset="0"/>
                <a:hlinkClick r:id="rId4" tooltip="pass statement in Python"/>
              </a:rPr>
              <a:t>pass statement</a:t>
            </a:r>
            <a:r>
              <a:rPr lang="en-US" altLang="en-US" sz="2800" b="1">
                <a:latin typeface="Times New Roman" panose="02020603050405020304" pitchFamily="18" charset="0"/>
                <a:cs typeface="Times New Roman" panose="02020603050405020304" pitchFamily="18" charset="0"/>
              </a:rPr>
              <a:t>: </a:t>
            </a:r>
            <a:r>
              <a:rPr lang="en-US" altLang="en-US" sz="2800">
                <a:solidFill>
                  <a:srgbClr val="0070C0"/>
                </a:solidFill>
                <a:latin typeface="Times New Roman" panose="02020603050405020304" pitchFamily="18" charset="0"/>
                <a:cs typeface="Times New Roman" panose="02020603050405020304" pitchFamily="18" charset="0"/>
              </a:rPr>
              <a:t>The pass statement in Python is used when a statement is required syntactically but you do not want any command or code to execute.</a:t>
            </a:r>
            <a:br>
              <a:rPr lang="en-US" altLang="en-US" sz="3200">
                <a:latin typeface="Times New Roman" panose="02020603050405020304" pitchFamily="18" charset="0"/>
                <a:cs typeface="Times New Roman" panose="02020603050405020304" pitchFamily="18" charset="0"/>
              </a:rPr>
            </a:br>
            <a:endParaRPr lang="en-US" altLang="en-US" sz="320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object 12">
            <a:extLst>
              <a:ext uri="{FF2B5EF4-FFF2-40B4-BE49-F238E27FC236}">
                <a16:creationId xmlns:a16="http://schemas.microsoft.com/office/drawing/2014/main" id="{39B6A34D-B35A-A9B8-B5D4-129331E7BD48}"/>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2291" name="object 13">
            <a:extLst>
              <a:ext uri="{FF2B5EF4-FFF2-40B4-BE49-F238E27FC236}">
                <a16:creationId xmlns:a16="http://schemas.microsoft.com/office/drawing/2014/main" id="{C54D09C4-B1F9-E360-1D44-80936E1DA90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2292" name="object 10">
            <a:extLst>
              <a:ext uri="{FF2B5EF4-FFF2-40B4-BE49-F238E27FC236}">
                <a16:creationId xmlns:a16="http://schemas.microsoft.com/office/drawing/2014/main" id="{A9DEE189-1F3D-4450-685B-0F3D57A44619}"/>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2293" name="object 11">
            <a:extLst>
              <a:ext uri="{FF2B5EF4-FFF2-40B4-BE49-F238E27FC236}">
                <a16:creationId xmlns:a16="http://schemas.microsoft.com/office/drawing/2014/main" id="{FAD41710-4919-44C1-3674-C93D7265CC79}"/>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57BA13E9-1078-5D6D-3655-96F815394860}"/>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B1E6D86-FE0B-0967-1AEE-39232C4C4ACE}"/>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break statement example</a:t>
            </a:r>
          </a:p>
        </p:txBody>
      </p:sp>
      <p:pic>
        <p:nvPicPr>
          <p:cNvPr id="12296" name="Picture 5">
            <a:extLst>
              <a:ext uri="{FF2B5EF4-FFF2-40B4-BE49-F238E27FC236}">
                <a16:creationId xmlns:a16="http://schemas.microsoft.com/office/drawing/2014/main" id="{7262764B-DDF6-7033-42F4-567D254157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295400"/>
            <a:ext cx="4695825" cy="495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97" name="Picture 8">
            <a:extLst>
              <a:ext uri="{FF2B5EF4-FFF2-40B4-BE49-F238E27FC236}">
                <a16:creationId xmlns:a16="http://schemas.microsoft.com/office/drawing/2014/main" id="{458E5481-12D1-B21A-FDB5-7DCDDD5FDF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62600" y="2438400"/>
            <a:ext cx="2847975" cy="1800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object 12">
            <a:extLst>
              <a:ext uri="{FF2B5EF4-FFF2-40B4-BE49-F238E27FC236}">
                <a16:creationId xmlns:a16="http://schemas.microsoft.com/office/drawing/2014/main" id="{DDE941DC-0846-4DD0-91E7-080F02BEED0D}"/>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3315" name="object 13">
            <a:extLst>
              <a:ext uri="{FF2B5EF4-FFF2-40B4-BE49-F238E27FC236}">
                <a16:creationId xmlns:a16="http://schemas.microsoft.com/office/drawing/2014/main" id="{A9F9BBD3-ABE4-5F0D-520F-36F9A8381033}"/>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3316" name="object 10">
            <a:extLst>
              <a:ext uri="{FF2B5EF4-FFF2-40B4-BE49-F238E27FC236}">
                <a16:creationId xmlns:a16="http://schemas.microsoft.com/office/drawing/2014/main" id="{1A0F0AF8-CAA9-8139-5349-1C5884E17EF2}"/>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3317" name="object 11">
            <a:extLst>
              <a:ext uri="{FF2B5EF4-FFF2-40B4-BE49-F238E27FC236}">
                <a16:creationId xmlns:a16="http://schemas.microsoft.com/office/drawing/2014/main" id="{A0E91DF9-5552-5B4E-799F-3C16851D6905}"/>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D486CEE3-CFC2-ECE6-33CD-8CC86AC11256}"/>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670644D7-05F8-AA7D-2B57-69E32EC89552}"/>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continue statement example</a:t>
            </a:r>
          </a:p>
        </p:txBody>
      </p:sp>
      <p:pic>
        <p:nvPicPr>
          <p:cNvPr id="13320" name="Picture 2">
            <a:extLst>
              <a:ext uri="{FF2B5EF4-FFF2-40B4-BE49-F238E27FC236}">
                <a16:creationId xmlns:a16="http://schemas.microsoft.com/office/drawing/2014/main" id="{214FE0D3-97FC-B116-A68E-BF95AC24BE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28700"/>
            <a:ext cx="5438775"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321" name="Picture 7">
            <a:extLst>
              <a:ext uri="{FF2B5EF4-FFF2-40B4-BE49-F238E27FC236}">
                <a16:creationId xmlns:a16="http://schemas.microsoft.com/office/drawing/2014/main" id="{A7DC7FD3-21F2-4FFB-12D7-129C4126C7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943600" y="2057400"/>
            <a:ext cx="3048000" cy="297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object 12">
            <a:extLst>
              <a:ext uri="{FF2B5EF4-FFF2-40B4-BE49-F238E27FC236}">
                <a16:creationId xmlns:a16="http://schemas.microsoft.com/office/drawing/2014/main" id="{49EC2CFE-469F-3C39-028A-3675B93BD535}"/>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4339" name="object 13">
            <a:extLst>
              <a:ext uri="{FF2B5EF4-FFF2-40B4-BE49-F238E27FC236}">
                <a16:creationId xmlns:a16="http://schemas.microsoft.com/office/drawing/2014/main" id="{DCBDBAB0-2184-1B83-960E-ECF034E1FCA1}"/>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4340" name="object 10">
            <a:extLst>
              <a:ext uri="{FF2B5EF4-FFF2-40B4-BE49-F238E27FC236}">
                <a16:creationId xmlns:a16="http://schemas.microsoft.com/office/drawing/2014/main" id="{12558AB3-32CF-89F6-E92C-9195D5464423}"/>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4341" name="object 11">
            <a:extLst>
              <a:ext uri="{FF2B5EF4-FFF2-40B4-BE49-F238E27FC236}">
                <a16:creationId xmlns:a16="http://schemas.microsoft.com/office/drawing/2014/main" id="{80A958C1-B4BF-EA6C-EADE-3BFDDEAAD9AC}"/>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2F48FD16-6859-60D0-F8A9-B082665A90CB}"/>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20247865-A126-62EB-C05A-844B72F64FB8}"/>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pass statement example</a:t>
            </a:r>
          </a:p>
        </p:txBody>
      </p:sp>
      <p:sp>
        <p:nvSpPr>
          <p:cNvPr id="10" name="Content Placeholder 5">
            <a:extLst>
              <a:ext uri="{FF2B5EF4-FFF2-40B4-BE49-F238E27FC236}">
                <a16:creationId xmlns:a16="http://schemas.microsoft.com/office/drawing/2014/main" id="{C7CDB69C-A30B-16D8-AB95-8560D67F9667}"/>
              </a:ext>
            </a:extLst>
          </p:cNvPr>
          <p:cNvSpPr txBox="1">
            <a:spLocks/>
          </p:cNvSpPr>
          <p:nvPr/>
        </p:nvSpPr>
        <p:spPr>
          <a:xfrm>
            <a:off x="457200" y="762000"/>
            <a:ext cx="8229600" cy="5257800"/>
          </a:xfrm>
          <a:prstGeom prst="rect">
            <a:avLst/>
          </a:prstGeom>
        </p:spPr>
        <p:txBody>
          <a:bodyPr/>
          <a:lst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defRPr/>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pass</a:t>
            </a:r>
            <a:r>
              <a:rPr lang="en-US" sz="2800" dirty="0">
                <a:latin typeface="Times New Roman" panose="02020603050405020304" pitchFamily="18" charset="0"/>
                <a:cs typeface="Times New Roman" panose="02020603050405020304" pitchFamily="18" charset="0"/>
              </a:rPr>
              <a:t> statement is a </a:t>
            </a:r>
            <a:r>
              <a:rPr lang="en-US" sz="2800" i="1" dirty="0">
                <a:latin typeface="Times New Roman" panose="02020603050405020304" pitchFamily="18" charset="0"/>
                <a:cs typeface="Times New Roman" panose="02020603050405020304" pitchFamily="18" charset="0"/>
              </a:rPr>
              <a:t>null</a:t>
            </a:r>
            <a:r>
              <a:rPr lang="en-US" sz="2800" dirty="0">
                <a:latin typeface="Times New Roman" panose="02020603050405020304" pitchFamily="18" charset="0"/>
                <a:cs typeface="Times New Roman" panose="02020603050405020304" pitchFamily="18" charset="0"/>
              </a:rPr>
              <a:t> operation; nothing happens when it executes.</a:t>
            </a:r>
          </a:p>
          <a:p>
            <a:pPr>
              <a:defRPr/>
            </a:pPr>
            <a:r>
              <a:rPr lang="en-US" sz="2800" dirty="0">
                <a:latin typeface="Times New Roman" panose="02020603050405020304" pitchFamily="18" charset="0"/>
                <a:cs typeface="Times New Roman" panose="02020603050405020304" pitchFamily="18" charset="0"/>
              </a:rPr>
              <a:t> It's often used as a placeholder for code which will be added later:</a:t>
            </a:r>
            <a:endParaRPr lang="en-US" sz="2800" i="1"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a:p>
            <a:pPr>
              <a:spcBef>
                <a:spcPts val="0"/>
              </a:spcBef>
              <a:buFont typeface="Wingdings" panose="05000000000000000000" pitchFamily="2" charset="2"/>
              <a:buNone/>
              <a:defRPr/>
            </a:pPr>
            <a:endParaRPr lang="en-US" sz="2800" i="1" dirty="0">
              <a:solidFill>
                <a:srgbClr val="7030A0"/>
              </a:solidFill>
              <a:effectLst>
                <a:outerShdw blurRad="38100" dist="38100" dir="2700000" algn="tl">
                  <a:srgbClr val="000000">
                    <a:alpha val="43137"/>
                  </a:srgbClr>
                </a:outerShdw>
              </a:effectLst>
              <a:latin typeface="Courier New" pitchFamily="49" charset="0"/>
              <a:cs typeface="Courier New" pitchFamily="49" charset="0"/>
            </a:endParaRPr>
          </a:p>
          <a:p>
            <a:pPr>
              <a:spcBef>
                <a:spcPts val="0"/>
              </a:spcBef>
              <a:buFont typeface="Wingdings" panose="05000000000000000000" pitchFamily="2" charset="2"/>
              <a:buNone/>
              <a:defRPr/>
            </a:pPr>
            <a:endParaRPr lang="en-US" sz="2000" i="1" dirty="0">
              <a:solidFill>
                <a:schemeClr val="bg2">
                  <a:lumMod val="10000"/>
                </a:schemeClr>
              </a:solidFill>
              <a:latin typeface="Courier New" pitchFamily="49" charset="0"/>
              <a:cs typeface="Courier New" pitchFamily="49" charset="0"/>
            </a:endParaRPr>
          </a:p>
          <a:p>
            <a:pPr>
              <a:spcBef>
                <a:spcPts val="0"/>
              </a:spcBef>
              <a:buFont typeface="Wingdings" panose="05000000000000000000" pitchFamily="2" charset="2"/>
              <a:buNone/>
              <a:defRPr/>
            </a:pPr>
            <a:endParaRPr lang="en-US" sz="2000" i="1" dirty="0">
              <a:solidFill>
                <a:schemeClr val="bg2">
                  <a:lumMod val="10000"/>
                </a:schemeClr>
              </a:solidFill>
              <a:latin typeface="Courier New" pitchFamily="49" charset="0"/>
              <a:cs typeface="Courier New" pitchFamily="49" charset="0"/>
            </a:endParaRPr>
          </a:p>
          <a:p>
            <a:pPr>
              <a:spcBef>
                <a:spcPts val="0"/>
              </a:spcBef>
              <a:buFont typeface="Wingdings" panose="05000000000000000000" pitchFamily="2" charset="2"/>
              <a:buNone/>
              <a:defRPr/>
            </a:pPr>
            <a:endParaRPr lang="en-US" sz="2000" i="1" dirty="0">
              <a:solidFill>
                <a:schemeClr val="bg2">
                  <a:lumMod val="10000"/>
                </a:schemeClr>
              </a:solidFill>
              <a:latin typeface="Courier New" pitchFamily="49" charset="0"/>
              <a:cs typeface="Courier New" pitchFamily="49" charset="0"/>
            </a:endParaRPr>
          </a:p>
          <a:p>
            <a:pPr>
              <a:spcBef>
                <a:spcPts val="0"/>
              </a:spcBef>
              <a:buFont typeface="Wingdings" panose="05000000000000000000" pitchFamily="2" charset="2"/>
              <a:buNone/>
              <a:defRPr/>
            </a:pPr>
            <a:endParaRPr lang="en-US" sz="2000" i="1" dirty="0">
              <a:solidFill>
                <a:schemeClr val="bg2">
                  <a:lumMod val="10000"/>
                </a:schemeClr>
              </a:solidFill>
              <a:latin typeface="Courier New" pitchFamily="49" charset="0"/>
              <a:cs typeface="Courier New" pitchFamily="49" charset="0"/>
            </a:endParaRPr>
          </a:p>
          <a:p>
            <a:pPr>
              <a:spcBef>
                <a:spcPts val="0"/>
              </a:spcBef>
              <a:buFont typeface="Wingdings" panose="05000000000000000000" pitchFamily="2" charset="2"/>
              <a:buNone/>
              <a:defRPr/>
            </a:pPr>
            <a:endParaRPr lang="en-US" sz="2000" i="1" dirty="0">
              <a:solidFill>
                <a:schemeClr val="bg2">
                  <a:lumMod val="10000"/>
                </a:schemeClr>
              </a:solidFill>
              <a:latin typeface="Courier New" pitchFamily="49" charset="0"/>
              <a:cs typeface="Courier New" pitchFamily="49" charset="0"/>
            </a:endParaRPr>
          </a:p>
          <a:p>
            <a:pPr>
              <a:spcBef>
                <a:spcPts val="0"/>
              </a:spcBef>
              <a:buFont typeface="Wingdings" panose="05000000000000000000" pitchFamily="2" charset="2"/>
              <a:buNone/>
              <a:defRPr/>
            </a:pPr>
            <a:r>
              <a:rPr lang="en-US" sz="2000" i="1" dirty="0">
                <a:solidFill>
                  <a:schemeClr val="bg2">
                    <a:lumMod val="10000"/>
                  </a:schemeClr>
                </a:solidFill>
                <a:latin typeface="Courier New" pitchFamily="49" charset="0"/>
                <a:cs typeface="Courier New" pitchFamily="49" charset="0"/>
              </a:rPr>
              <a:t>Output</a:t>
            </a:r>
          </a:p>
          <a:p>
            <a:pPr>
              <a:spcBef>
                <a:spcPts val="0"/>
              </a:spcBef>
              <a:buFont typeface="Wingdings" panose="05000000000000000000" pitchFamily="2" charset="2"/>
              <a:buNone/>
              <a:defRPr/>
            </a:pPr>
            <a:r>
              <a:rPr lang="en-US" sz="2000" i="1" dirty="0">
                <a:solidFill>
                  <a:schemeClr val="bg2">
                    <a:lumMod val="10000"/>
                  </a:schemeClr>
                </a:solidFill>
                <a:latin typeface="Courier New" pitchFamily="49" charset="0"/>
                <a:cs typeface="Courier New" pitchFamily="49" charset="0"/>
              </a:rPr>
              <a:t>1</a:t>
            </a:r>
          </a:p>
          <a:p>
            <a:pPr>
              <a:spcBef>
                <a:spcPts val="0"/>
              </a:spcBef>
              <a:buFont typeface="Wingdings" panose="05000000000000000000" pitchFamily="2" charset="2"/>
              <a:buNone/>
              <a:defRPr/>
            </a:pPr>
            <a:r>
              <a:rPr lang="en-US" sz="2000" i="1" dirty="0">
                <a:solidFill>
                  <a:schemeClr val="bg2">
                    <a:lumMod val="10000"/>
                  </a:schemeClr>
                </a:solidFill>
                <a:latin typeface="Courier New" pitchFamily="49" charset="0"/>
                <a:cs typeface="Courier New" pitchFamily="49" charset="0"/>
              </a:rPr>
              <a:t>2</a:t>
            </a:r>
          </a:p>
          <a:p>
            <a:pPr>
              <a:spcBef>
                <a:spcPts val="0"/>
              </a:spcBef>
              <a:buFont typeface="Wingdings" panose="05000000000000000000" pitchFamily="2" charset="2"/>
              <a:buNone/>
              <a:defRPr/>
            </a:pPr>
            <a:r>
              <a:rPr lang="en-US" sz="2000" i="1" dirty="0">
                <a:solidFill>
                  <a:schemeClr val="bg2">
                    <a:lumMod val="10000"/>
                  </a:schemeClr>
                </a:solidFill>
                <a:latin typeface="Courier New" pitchFamily="49" charset="0"/>
                <a:cs typeface="Courier New" pitchFamily="49" charset="0"/>
              </a:rPr>
              <a:t>This is pass block</a:t>
            </a:r>
          </a:p>
          <a:p>
            <a:pPr>
              <a:spcBef>
                <a:spcPts val="0"/>
              </a:spcBef>
              <a:buFont typeface="Wingdings" panose="05000000000000000000" pitchFamily="2" charset="2"/>
              <a:buNone/>
              <a:defRPr/>
            </a:pPr>
            <a:r>
              <a:rPr lang="en-US" sz="2000" i="1" dirty="0">
                <a:solidFill>
                  <a:schemeClr val="bg2">
                    <a:lumMod val="10000"/>
                  </a:schemeClr>
                </a:solidFill>
                <a:latin typeface="Courier New" pitchFamily="49" charset="0"/>
                <a:cs typeface="Courier New" pitchFamily="49" charset="0"/>
              </a:rPr>
              <a:t>3</a:t>
            </a:r>
            <a:endParaRPr lang="en-US" sz="2400" i="1" dirty="0">
              <a:solidFill>
                <a:schemeClr val="bg2">
                  <a:lumMod val="10000"/>
                </a:schemeClr>
              </a:solidFill>
              <a:latin typeface="Courier New" pitchFamily="49" charset="0"/>
              <a:cs typeface="Courier New" pitchFamily="49" charset="0"/>
            </a:endParaRPr>
          </a:p>
        </p:txBody>
      </p:sp>
      <p:pic>
        <p:nvPicPr>
          <p:cNvPr id="14345" name="Picture 9">
            <a:extLst>
              <a:ext uri="{FF2B5EF4-FFF2-40B4-BE49-F238E27FC236}">
                <a16:creationId xmlns:a16="http://schemas.microsoft.com/office/drawing/2014/main" id="{2768E4AF-A400-7111-3A90-8A96726C89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5800" y="2805113"/>
            <a:ext cx="3438525"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346" name="Picture 6">
            <a:extLst>
              <a:ext uri="{FF2B5EF4-FFF2-40B4-BE49-F238E27FC236}">
                <a16:creationId xmlns:a16="http://schemas.microsoft.com/office/drawing/2014/main" id="{6FF62934-C9E0-086D-5717-E22B7D8A90F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52988" y="2805113"/>
            <a:ext cx="3810000" cy="2819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object 12">
            <a:extLst>
              <a:ext uri="{FF2B5EF4-FFF2-40B4-BE49-F238E27FC236}">
                <a16:creationId xmlns:a16="http://schemas.microsoft.com/office/drawing/2014/main" id="{F82F2F83-1121-026A-2F6E-21D3457DDD5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5363" name="object 13">
            <a:extLst>
              <a:ext uri="{FF2B5EF4-FFF2-40B4-BE49-F238E27FC236}">
                <a16:creationId xmlns:a16="http://schemas.microsoft.com/office/drawing/2014/main" id="{896EF7F6-A8AF-0F55-760A-FC3D8FFEAB04}"/>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5364" name="object 10">
            <a:extLst>
              <a:ext uri="{FF2B5EF4-FFF2-40B4-BE49-F238E27FC236}">
                <a16:creationId xmlns:a16="http://schemas.microsoft.com/office/drawing/2014/main" id="{DD98BCD1-6EB5-B48A-58D4-2EA8B77AA636}"/>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5365" name="object 11">
            <a:extLst>
              <a:ext uri="{FF2B5EF4-FFF2-40B4-BE49-F238E27FC236}">
                <a16:creationId xmlns:a16="http://schemas.microsoft.com/office/drawing/2014/main" id="{5B6D7A34-2FE4-F644-9B0F-CA1C6BE60282}"/>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4D89E452-5A95-9116-CE3E-FAA44B977905}"/>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C8BCE5B4-3E90-14EF-4B19-126A22F8514F}"/>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US" sz="3600" b="1" dirty="0">
                <a:solidFill>
                  <a:schemeClr val="bg1"/>
                </a:solidFill>
                <a:latin typeface="Times New Roman" panose="02020603050405020304" pitchFamily="18" charset="0"/>
                <a:cs typeface="Times New Roman" panose="02020603050405020304" pitchFamily="18" charset="0"/>
              </a:rPr>
              <a:t>pass versus continue </a:t>
            </a:r>
          </a:p>
        </p:txBody>
      </p:sp>
      <p:pic>
        <p:nvPicPr>
          <p:cNvPr id="15368" name="Picture 8">
            <a:extLst>
              <a:ext uri="{FF2B5EF4-FFF2-40B4-BE49-F238E27FC236}">
                <a16:creationId xmlns:a16="http://schemas.microsoft.com/office/drawing/2014/main" id="{AC953EF1-2E38-E96D-B01B-F2919E3B22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371600"/>
            <a:ext cx="5943600" cy="373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9" name="Picture 2">
            <a:extLst>
              <a:ext uri="{FF2B5EF4-FFF2-40B4-BE49-F238E27FC236}">
                <a16:creationId xmlns:a16="http://schemas.microsoft.com/office/drawing/2014/main" id="{2A554DC5-8530-6DD0-96DE-1F8D3E5810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391400" y="2028825"/>
            <a:ext cx="1066800" cy="236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object 12">
            <a:extLst>
              <a:ext uri="{FF2B5EF4-FFF2-40B4-BE49-F238E27FC236}">
                <a16:creationId xmlns:a16="http://schemas.microsoft.com/office/drawing/2014/main" id="{F9988820-6FD1-EC06-998F-6D977C1C99B1}"/>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6387" name="object 13">
            <a:extLst>
              <a:ext uri="{FF2B5EF4-FFF2-40B4-BE49-F238E27FC236}">
                <a16:creationId xmlns:a16="http://schemas.microsoft.com/office/drawing/2014/main" id="{C7A3B767-BB62-435C-0364-8E1CFB8C657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6388" name="object 10">
            <a:extLst>
              <a:ext uri="{FF2B5EF4-FFF2-40B4-BE49-F238E27FC236}">
                <a16:creationId xmlns:a16="http://schemas.microsoft.com/office/drawing/2014/main" id="{AC35956F-CC00-F1F0-6454-326598414915}"/>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6389" name="object 11">
            <a:extLst>
              <a:ext uri="{FF2B5EF4-FFF2-40B4-BE49-F238E27FC236}">
                <a16:creationId xmlns:a16="http://schemas.microsoft.com/office/drawing/2014/main" id="{B2B498F4-DD58-D64E-E1DC-1E6F9626EACA}"/>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B981815C-F2F2-7013-6422-28475596A98B}"/>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C1F255F5-54B9-9712-CCEA-077E8BB53D04}"/>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Range() in python</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6392" name="Rectangle 3">
            <a:extLst>
              <a:ext uri="{FF2B5EF4-FFF2-40B4-BE49-F238E27FC236}">
                <a16:creationId xmlns:a16="http://schemas.microsoft.com/office/drawing/2014/main" id="{16B402A3-5AD2-919C-7DA9-473231814C15}"/>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6393" name="Content Placeholder 2">
            <a:extLst>
              <a:ext uri="{FF2B5EF4-FFF2-40B4-BE49-F238E27FC236}">
                <a16:creationId xmlns:a16="http://schemas.microsoft.com/office/drawing/2014/main" id="{494B694E-F695-237F-9019-E0B5653F502A}"/>
              </a:ext>
            </a:extLst>
          </p:cNvPr>
          <p:cNvSpPr txBox="1">
            <a:spLocks/>
          </p:cNvSpPr>
          <p:nvPr/>
        </p:nvSpPr>
        <p:spPr bwMode="auto">
          <a:xfrm>
            <a:off x="723900" y="12954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3200">
                <a:latin typeface="Times New Roman" panose="02020603050405020304" pitchFamily="18" charset="0"/>
                <a:cs typeface="Times New Roman" panose="02020603050405020304" pitchFamily="18" charset="0"/>
              </a:rPr>
              <a:t>The </a:t>
            </a:r>
            <a:r>
              <a:rPr lang="en-IN" altLang="en-US" sz="3200" b="1">
                <a:latin typeface="Times New Roman" panose="02020603050405020304" pitchFamily="18" charset="0"/>
                <a:cs typeface="Times New Roman" panose="02020603050405020304" pitchFamily="18" charset="0"/>
              </a:rPr>
              <a:t>range function has many versions.</a:t>
            </a:r>
          </a:p>
          <a:p>
            <a:pPr lvl="1">
              <a:spcBef>
                <a:spcPct val="20000"/>
              </a:spcBef>
              <a:buFont typeface="Arial" panose="020B0604020202020204" pitchFamily="34" charset="0"/>
              <a:buChar char="–"/>
            </a:pPr>
            <a:r>
              <a:rPr lang="en-IN" altLang="en-US" sz="2800" b="1">
                <a:latin typeface="Times New Roman" panose="02020603050405020304" pitchFamily="18" charset="0"/>
                <a:cs typeface="Times New Roman" panose="02020603050405020304" pitchFamily="18" charset="0"/>
              </a:rPr>
              <a:t>range(a)</a:t>
            </a:r>
          </a:p>
          <a:p>
            <a:pPr lvl="1">
              <a:spcBef>
                <a:spcPct val="20000"/>
              </a:spcBef>
              <a:buFont typeface="Arial" panose="020B0604020202020204" pitchFamily="34" charset="0"/>
              <a:buChar char="–"/>
            </a:pPr>
            <a:r>
              <a:rPr lang="en-IN" altLang="en-US" sz="2800" b="1">
                <a:latin typeface="Times New Roman" panose="02020603050405020304" pitchFamily="18" charset="0"/>
                <a:cs typeface="Times New Roman" panose="02020603050405020304" pitchFamily="18" charset="0"/>
              </a:rPr>
              <a:t>range(a, b, k)</a:t>
            </a:r>
          </a:p>
          <a:p>
            <a:pPr>
              <a:spcBef>
                <a:spcPct val="20000"/>
              </a:spcBef>
              <a:buFont typeface="Arial" panose="020B0604020202020204" pitchFamily="34" charset="0"/>
              <a:buChar char="•"/>
            </a:pPr>
            <a:r>
              <a:rPr lang="en-IN" altLang="en-US" sz="2400">
                <a:latin typeface="Times New Roman" panose="02020603050405020304" pitchFamily="18" charset="0"/>
                <a:cs typeface="Times New Roman" panose="02020603050405020304" pitchFamily="18" charset="0"/>
              </a:rPr>
              <a:t>The first number in the sequence is </a:t>
            </a:r>
            <a:r>
              <a:rPr lang="en-IN" altLang="en-US" sz="2400" b="1">
                <a:latin typeface="Times New Roman" panose="02020603050405020304" pitchFamily="18" charset="0"/>
                <a:cs typeface="Times New Roman" panose="02020603050405020304" pitchFamily="18" charset="0"/>
              </a:rPr>
              <a:t>a.</a:t>
            </a:r>
          </a:p>
          <a:p>
            <a:pPr>
              <a:spcBef>
                <a:spcPct val="20000"/>
              </a:spcBef>
              <a:buFont typeface="Arial" panose="020B0604020202020204" pitchFamily="34" charset="0"/>
              <a:buChar char="•"/>
            </a:pPr>
            <a:r>
              <a:rPr lang="en-IN" altLang="en-US" sz="2400" b="1">
                <a:latin typeface="Times New Roman" panose="02020603050405020304" pitchFamily="18" charset="0"/>
                <a:cs typeface="Times New Roman" panose="02020603050405020304" pitchFamily="18" charset="0"/>
              </a:rPr>
              <a:t>b is the limit.</a:t>
            </a:r>
          </a:p>
          <a:p>
            <a:pPr>
              <a:spcBef>
                <a:spcPct val="20000"/>
              </a:spcBef>
              <a:buFont typeface="Arial" panose="020B0604020202020204" pitchFamily="34" charset="0"/>
              <a:buChar char="•"/>
            </a:pPr>
            <a:r>
              <a:rPr lang="en-IN" altLang="en-US" sz="2400" b="1">
                <a:latin typeface="Times New Roman" panose="02020603050405020304" pitchFamily="18" charset="0"/>
                <a:cs typeface="Times New Roman" panose="02020603050405020304" pitchFamily="18" charset="0"/>
              </a:rPr>
              <a:t>Each successive number in the sequence will increase by the </a:t>
            </a:r>
            <a:r>
              <a:rPr lang="en-IN" altLang="en-US" sz="2400">
                <a:latin typeface="Times New Roman" panose="02020603050405020304" pitchFamily="18" charset="0"/>
                <a:cs typeface="Times New Roman" panose="02020603050405020304" pitchFamily="18" charset="0"/>
              </a:rPr>
              <a:t>step value </a:t>
            </a:r>
            <a:r>
              <a:rPr lang="en-IN" altLang="en-US" sz="2400" b="1">
                <a:latin typeface="Times New Roman" panose="02020603050405020304" pitchFamily="18" charset="0"/>
                <a:cs typeface="Times New Roman" panose="02020603050405020304" pitchFamily="18" charset="0"/>
              </a:rPr>
              <a:t>k. </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object 12">
            <a:extLst>
              <a:ext uri="{FF2B5EF4-FFF2-40B4-BE49-F238E27FC236}">
                <a16:creationId xmlns:a16="http://schemas.microsoft.com/office/drawing/2014/main" id="{17D1981B-9792-40F0-B751-832944EB22B8}"/>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7411" name="object 13">
            <a:extLst>
              <a:ext uri="{FF2B5EF4-FFF2-40B4-BE49-F238E27FC236}">
                <a16:creationId xmlns:a16="http://schemas.microsoft.com/office/drawing/2014/main" id="{09DBA421-F013-FB50-BA01-A3B3DCE35103}"/>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7412" name="object 10">
            <a:extLst>
              <a:ext uri="{FF2B5EF4-FFF2-40B4-BE49-F238E27FC236}">
                <a16:creationId xmlns:a16="http://schemas.microsoft.com/office/drawing/2014/main" id="{57129FB2-6B71-6292-945B-D27478BF4030}"/>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7413" name="object 11">
            <a:extLst>
              <a:ext uri="{FF2B5EF4-FFF2-40B4-BE49-F238E27FC236}">
                <a16:creationId xmlns:a16="http://schemas.microsoft.com/office/drawing/2014/main" id="{49039FEA-2909-D2DF-2454-9D78C495A4A6}"/>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7ADD891A-9AE2-2217-0715-B2775C28A0C1}"/>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9BDA578-03C4-E6B9-CCBD-B52602D03E0B}"/>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Range() in python</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7416" name="Rectangle 3">
            <a:extLst>
              <a:ext uri="{FF2B5EF4-FFF2-40B4-BE49-F238E27FC236}">
                <a16:creationId xmlns:a16="http://schemas.microsoft.com/office/drawing/2014/main" id="{4ED50195-8403-8DB7-771F-5E0374337AF8}"/>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7417" name="Content Placeholder 2">
            <a:extLst>
              <a:ext uri="{FF2B5EF4-FFF2-40B4-BE49-F238E27FC236}">
                <a16:creationId xmlns:a16="http://schemas.microsoft.com/office/drawing/2014/main" id="{61DC0FCB-7CFD-8C4E-36D5-37DE52439CBE}"/>
              </a:ext>
            </a:extLst>
          </p:cNvPr>
          <p:cNvSpPr txBox="1">
            <a:spLocks/>
          </p:cNvSpPr>
          <p:nvPr/>
        </p:nvSpPr>
        <p:spPr bwMode="auto">
          <a:xfrm>
            <a:off x="685800" y="1143000"/>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2400">
                <a:latin typeface="Times New Roman" panose="02020603050405020304" pitchFamily="18" charset="0"/>
                <a:cs typeface="Times New Roman" panose="02020603050405020304" pitchFamily="18" charset="0"/>
              </a:rPr>
              <a:t>Suppose the input is </a:t>
            </a:r>
            <a:r>
              <a:rPr lang="en-IN" altLang="en-US" sz="2400" b="1">
                <a:latin typeface="Times New Roman" panose="02020603050405020304" pitchFamily="18" charset="0"/>
                <a:cs typeface="Times New Roman" panose="02020603050405020304" pitchFamily="18" charset="0"/>
              </a:rPr>
              <a:t>2 3 4 5 0 (one number per line). What is the output of the following </a:t>
            </a:r>
            <a:r>
              <a:rPr lang="en-IN" altLang="en-US" sz="2400">
                <a:latin typeface="Times New Roman" panose="02020603050405020304" pitchFamily="18" charset="0"/>
                <a:cs typeface="Times New Roman" panose="02020603050405020304" pitchFamily="18" charset="0"/>
              </a:rPr>
              <a:t>code?</a:t>
            </a:r>
          </a:p>
          <a:p>
            <a:pPr lvl="1">
              <a:spcBef>
                <a:spcPct val="20000"/>
              </a:spcBef>
              <a:buFont typeface="Arial" panose="020B0604020202020204" pitchFamily="34" charset="0"/>
              <a:buNone/>
            </a:pPr>
            <a:r>
              <a:rPr lang="en-IN" altLang="en-US" sz="2400">
                <a:latin typeface="Times New Roman" panose="02020603050405020304" pitchFamily="18" charset="0"/>
                <a:cs typeface="Times New Roman" panose="02020603050405020304" pitchFamily="18" charset="0"/>
              </a:rPr>
              <a:t>number = </a:t>
            </a:r>
            <a:r>
              <a:rPr lang="en-IN" altLang="en-US" sz="2400" b="1">
                <a:latin typeface="Times New Roman" panose="02020603050405020304" pitchFamily="18" charset="0"/>
                <a:cs typeface="Times New Roman" panose="02020603050405020304" pitchFamily="18" charset="0"/>
              </a:rPr>
              <a:t>0</a:t>
            </a:r>
          </a:p>
          <a:p>
            <a:pPr lvl="1">
              <a:spcBef>
                <a:spcPct val="20000"/>
              </a:spcBef>
              <a:buFont typeface="Arial" panose="020B0604020202020204" pitchFamily="34" charset="0"/>
              <a:buNone/>
            </a:pPr>
            <a:r>
              <a:rPr lang="en-IN" altLang="en-US" sz="2400">
                <a:latin typeface="Times New Roman" panose="02020603050405020304" pitchFamily="18" charset="0"/>
                <a:cs typeface="Times New Roman" panose="02020603050405020304" pitchFamily="18" charset="0"/>
              </a:rPr>
              <a:t>sum = </a:t>
            </a:r>
            <a:r>
              <a:rPr lang="en-IN" altLang="en-US" sz="2400" b="1">
                <a:latin typeface="Times New Roman" panose="02020603050405020304" pitchFamily="18" charset="0"/>
                <a:cs typeface="Times New Roman" panose="02020603050405020304" pitchFamily="18" charset="0"/>
              </a:rPr>
              <a:t>0</a:t>
            </a:r>
          </a:p>
          <a:p>
            <a:pPr lvl="1">
              <a:spcBef>
                <a:spcPct val="20000"/>
              </a:spcBef>
              <a:buFont typeface="Arial" panose="020B0604020202020204" pitchFamily="34" charset="0"/>
              <a:buNone/>
            </a:pPr>
            <a:r>
              <a:rPr lang="en-IN" altLang="en-US" sz="2400" b="1">
                <a:latin typeface="Times New Roman" panose="02020603050405020304" pitchFamily="18" charset="0"/>
                <a:cs typeface="Times New Roman" panose="02020603050405020304" pitchFamily="18" charset="0"/>
              </a:rPr>
              <a:t>for count in range(5):</a:t>
            </a:r>
          </a:p>
          <a:p>
            <a:pPr lvl="2">
              <a:spcBef>
                <a:spcPct val="20000"/>
              </a:spcBef>
              <a:buFont typeface="Arial" panose="020B0604020202020204" pitchFamily="34" charset="0"/>
              <a:buNone/>
            </a:pPr>
            <a:r>
              <a:rPr lang="en-IN" altLang="en-US">
                <a:latin typeface="Times New Roman" panose="02020603050405020304" pitchFamily="18" charset="0"/>
                <a:cs typeface="Times New Roman" panose="02020603050405020304" pitchFamily="18" charset="0"/>
              </a:rPr>
              <a:t>number = int(input(</a:t>
            </a:r>
            <a:r>
              <a:rPr lang="en-IN" altLang="en-US" b="1">
                <a:latin typeface="Times New Roman" panose="02020603050405020304" pitchFamily="18" charset="0"/>
                <a:cs typeface="Times New Roman" panose="02020603050405020304" pitchFamily="18" charset="0"/>
              </a:rPr>
              <a:t>"Enter an integer: "))</a:t>
            </a:r>
          </a:p>
          <a:p>
            <a:pPr lvl="2">
              <a:spcBef>
                <a:spcPct val="20000"/>
              </a:spcBef>
              <a:buFont typeface="Arial" panose="020B0604020202020204" pitchFamily="34" charset="0"/>
              <a:buNone/>
            </a:pPr>
            <a:r>
              <a:rPr lang="en-IN" altLang="en-US">
                <a:latin typeface="Times New Roman" panose="02020603050405020304" pitchFamily="18" charset="0"/>
                <a:cs typeface="Times New Roman" panose="02020603050405020304" pitchFamily="18" charset="0"/>
              </a:rPr>
              <a:t>sum += number</a:t>
            </a:r>
          </a:p>
          <a:p>
            <a:pPr lvl="1">
              <a:spcBef>
                <a:spcPct val="20000"/>
              </a:spcBef>
              <a:buFont typeface="Arial" panose="020B0604020202020204" pitchFamily="34" charset="0"/>
              <a:buNone/>
            </a:pPr>
            <a:r>
              <a:rPr lang="en-IN" altLang="en-US" sz="2400">
                <a:latin typeface="Times New Roman" panose="02020603050405020304" pitchFamily="18" charset="0"/>
                <a:cs typeface="Times New Roman" panose="02020603050405020304" pitchFamily="18" charset="0"/>
              </a:rPr>
              <a:t>print(</a:t>
            </a:r>
            <a:r>
              <a:rPr lang="en-IN" altLang="en-US" sz="2400" b="1">
                <a:latin typeface="Times New Roman" panose="02020603050405020304" pitchFamily="18" charset="0"/>
                <a:cs typeface="Times New Roman" panose="02020603050405020304" pitchFamily="18" charset="0"/>
              </a:rPr>
              <a:t>"sum is", sum)</a:t>
            </a:r>
          </a:p>
          <a:p>
            <a:pPr lvl="1">
              <a:spcBef>
                <a:spcPct val="20000"/>
              </a:spcBef>
              <a:buFont typeface="Arial" panose="020B0604020202020204" pitchFamily="34" charset="0"/>
              <a:buNone/>
            </a:pPr>
            <a:r>
              <a:rPr lang="en-IN" altLang="en-US" sz="2400">
                <a:latin typeface="Times New Roman" panose="02020603050405020304" pitchFamily="18" charset="0"/>
                <a:cs typeface="Times New Roman" panose="02020603050405020304" pitchFamily="18" charset="0"/>
              </a:rPr>
              <a:t>print(</a:t>
            </a:r>
            <a:r>
              <a:rPr lang="en-IN" altLang="en-US" sz="2400" b="1">
                <a:latin typeface="Times New Roman" panose="02020603050405020304" pitchFamily="18" charset="0"/>
                <a:cs typeface="Times New Roman" panose="02020603050405020304" pitchFamily="18" charset="0"/>
              </a:rPr>
              <a:t>"count is", count)</a:t>
            </a:r>
            <a:endParaRPr lang="en-IN" altLang="en-US">
              <a:latin typeface="Times New Roman" panose="02020603050405020304" pitchFamily="18" charset="0"/>
              <a:cs typeface="Times New Roman" panose="02020603050405020304"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object 12">
            <a:extLst>
              <a:ext uri="{FF2B5EF4-FFF2-40B4-BE49-F238E27FC236}">
                <a16:creationId xmlns:a16="http://schemas.microsoft.com/office/drawing/2014/main" id="{7F7483BF-9CA8-3C82-08AA-ACE4790D2964}"/>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8435" name="object 13">
            <a:extLst>
              <a:ext uri="{FF2B5EF4-FFF2-40B4-BE49-F238E27FC236}">
                <a16:creationId xmlns:a16="http://schemas.microsoft.com/office/drawing/2014/main" id="{1D4BF97E-1DB2-1FCF-F3D1-3AF025E51E5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8436" name="object 10">
            <a:extLst>
              <a:ext uri="{FF2B5EF4-FFF2-40B4-BE49-F238E27FC236}">
                <a16:creationId xmlns:a16="http://schemas.microsoft.com/office/drawing/2014/main" id="{0EA4F76C-C699-9C4E-0DBE-AB6743C11E3E}"/>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8437" name="object 11">
            <a:extLst>
              <a:ext uri="{FF2B5EF4-FFF2-40B4-BE49-F238E27FC236}">
                <a16:creationId xmlns:a16="http://schemas.microsoft.com/office/drawing/2014/main" id="{F03D7BD1-9F91-4EEF-23B8-8CBE9F623C41}"/>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C7371599-924A-D0C6-7126-4DFF741CB135}"/>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C2162AFA-0029-ABBA-F8AB-D6B47BF838EB}"/>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Lets start Programming</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8440" name="Rectangle 3">
            <a:extLst>
              <a:ext uri="{FF2B5EF4-FFF2-40B4-BE49-F238E27FC236}">
                <a16:creationId xmlns:a16="http://schemas.microsoft.com/office/drawing/2014/main" id="{CF5C38C5-DCB4-53E0-7688-5D405581A275}"/>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8441" name="Content Placeholder 2">
            <a:extLst>
              <a:ext uri="{FF2B5EF4-FFF2-40B4-BE49-F238E27FC236}">
                <a16:creationId xmlns:a16="http://schemas.microsoft.com/office/drawing/2014/main" id="{B1E58317-8C79-F18B-8C9A-2CAD22958642}"/>
              </a:ext>
            </a:extLst>
          </p:cNvPr>
          <p:cNvSpPr txBox="1">
            <a:spLocks/>
          </p:cNvSpPr>
          <p:nvPr/>
        </p:nvSpPr>
        <p:spPr bwMode="auto">
          <a:xfrm>
            <a:off x="704850" y="11080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spcBef>
                <a:spcPct val="20000"/>
              </a:spcBef>
              <a:buFont typeface="Arial" panose="020B0604020202020204" pitchFamily="34" charset="0"/>
              <a:buChar char="•"/>
            </a:pPr>
            <a:r>
              <a:rPr lang="en-IN" altLang="en-US" sz="3200">
                <a:latin typeface="Times New Roman" panose="02020603050405020304" pitchFamily="18" charset="0"/>
                <a:cs typeface="Times New Roman" panose="02020603050405020304" pitchFamily="18" charset="0"/>
              </a:rPr>
              <a:t>We will use Pycharm Edu for programming in Python.</a:t>
            </a:r>
          </a:p>
        </p:txBody>
      </p:sp>
      <p:pic>
        <p:nvPicPr>
          <p:cNvPr id="18442" name="Picture 3" descr="C:\Users\Srinidhi\Downloads\pycharm-edu_250x250.png">
            <a:extLst>
              <a:ext uri="{FF2B5EF4-FFF2-40B4-BE49-F238E27FC236}">
                <a16:creationId xmlns:a16="http://schemas.microsoft.com/office/drawing/2014/main" id="{1CE145FF-CB75-2947-1F55-33C35AA9CF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93788" y="2590800"/>
            <a:ext cx="2381250" cy="23812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443" name="Picture 2">
            <a:extLst>
              <a:ext uri="{FF2B5EF4-FFF2-40B4-BE49-F238E27FC236}">
                <a16:creationId xmlns:a16="http://schemas.microsoft.com/office/drawing/2014/main" id="{B5B8C432-B15C-A526-68B4-1F6B880A3D5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867400" y="2679700"/>
            <a:ext cx="1714500" cy="220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object 12">
            <a:extLst>
              <a:ext uri="{FF2B5EF4-FFF2-40B4-BE49-F238E27FC236}">
                <a16:creationId xmlns:a16="http://schemas.microsoft.com/office/drawing/2014/main" id="{80931441-0905-0BF0-1712-2670DB28CEAD}"/>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9459" name="object 13">
            <a:extLst>
              <a:ext uri="{FF2B5EF4-FFF2-40B4-BE49-F238E27FC236}">
                <a16:creationId xmlns:a16="http://schemas.microsoft.com/office/drawing/2014/main" id="{6C9AFA6F-6F96-A5EA-F9CB-2643A7DE47B6}"/>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19460" name="object 10">
            <a:extLst>
              <a:ext uri="{FF2B5EF4-FFF2-40B4-BE49-F238E27FC236}">
                <a16:creationId xmlns:a16="http://schemas.microsoft.com/office/drawing/2014/main" id="{7FAF6915-2CDF-403A-AB7D-B3030FDF3A6F}"/>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19461" name="object 11">
            <a:extLst>
              <a:ext uri="{FF2B5EF4-FFF2-40B4-BE49-F238E27FC236}">
                <a16:creationId xmlns:a16="http://schemas.microsoft.com/office/drawing/2014/main" id="{11233F37-A886-8A7E-EC03-BE8761836F8E}"/>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24C6AAE7-D835-1D04-C626-173D302EFBD0}"/>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84D51381-762F-9614-E38D-936CBD6FD47B}"/>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Example programs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19464" name="Rectangle 3">
            <a:extLst>
              <a:ext uri="{FF2B5EF4-FFF2-40B4-BE49-F238E27FC236}">
                <a16:creationId xmlns:a16="http://schemas.microsoft.com/office/drawing/2014/main" id="{92C3B84B-C436-98D6-DEAD-C3BD1CBBE0F8}"/>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8441" name="Content Placeholder 2">
            <a:extLst>
              <a:ext uri="{FF2B5EF4-FFF2-40B4-BE49-F238E27FC236}">
                <a16:creationId xmlns:a16="http://schemas.microsoft.com/office/drawing/2014/main" id="{39361664-BBD1-C906-4194-8D91724732FC}"/>
              </a:ext>
            </a:extLst>
          </p:cNvPr>
          <p:cNvSpPr txBox="1">
            <a:spLocks/>
          </p:cNvSpPr>
          <p:nvPr/>
        </p:nvSpPr>
        <p:spPr bwMode="auto">
          <a:xfrm>
            <a:off x="704850" y="1108075"/>
            <a:ext cx="7772400" cy="411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spcBef>
                <a:spcPct val="20000"/>
              </a:spcBef>
              <a:buFont typeface="+mj-lt"/>
              <a:buAutoNum type="arabicPeriod"/>
              <a:defRPr/>
            </a:pPr>
            <a:r>
              <a:rPr lang="en-IN" altLang="en-US" sz="2400" dirty="0">
                <a:latin typeface="Times New Roman" panose="02020603050405020304" pitchFamily="18" charset="0"/>
                <a:cs typeface="Times New Roman" panose="02020603050405020304" pitchFamily="18" charset="0"/>
              </a:rPr>
              <a:t>Performing basic arithmetic operations</a:t>
            </a:r>
          </a:p>
          <a:p>
            <a:pPr marL="457200" indent="-457200" algn="just" eaLnBrk="1" hangingPunct="1">
              <a:buFont typeface="+mj-lt"/>
              <a:buAutoNum type="arabicPeriod"/>
              <a:defRPr/>
            </a:pPr>
            <a:r>
              <a:rPr lang="en-US" altLang="en-US" sz="2400" dirty="0">
                <a:latin typeface="Times New Roman" panose="02020603050405020304" pitchFamily="18" charset="0"/>
                <a:cs typeface="Times New Roman" panose="02020603050405020304" pitchFamily="18" charset="0"/>
              </a:rPr>
              <a:t>Write a python program to check the eligibility for voting using if-else.</a:t>
            </a:r>
          </a:p>
          <a:p>
            <a:pPr marL="457200" indent="-457200" algn="just" eaLnBrk="1" hangingPunct="1">
              <a:buFont typeface="+mj-lt"/>
              <a:buAutoNum type="arabicPeriod"/>
              <a:defRPr/>
            </a:pPr>
            <a:r>
              <a:rPr lang="en-US" altLang="en-US" sz="2400" dirty="0">
                <a:latin typeface="Times New Roman" panose="02020603050405020304" pitchFamily="18" charset="0"/>
                <a:cs typeface="Times New Roman" panose="02020603050405020304" pitchFamily="18" charset="0"/>
              </a:rPr>
              <a:t>Write a python program to find the factorial of number using while loop.</a:t>
            </a:r>
          </a:p>
          <a:p>
            <a:pPr marL="457200" indent="-457200" algn="just" eaLnBrk="1" hangingPunct="1">
              <a:buFont typeface="+mj-lt"/>
              <a:buAutoNum type="arabicPeriod"/>
              <a:defRPr/>
            </a:pPr>
            <a:r>
              <a:rPr lang="en-US" altLang="en-US" sz="2400" dirty="0">
                <a:latin typeface="Times New Roman" panose="02020603050405020304" pitchFamily="18" charset="0"/>
                <a:cs typeface="Times New Roman" panose="02020603050405020304" pitchFamily="18" charset="0"/>
              </a:rPr>
              <a:t>Python program to display all the prime numbers within an interval.</a:t>
            </a:r>
          </a:p>
          <a:p>
            <a:pPr marL="457200" indent="-457200" algn="just" eaLnBrk="1" hangingPunct="1">
              <a:buFont typeface="+mj-lt"/>
              <a:buAutoNum type="arabicPeriod"/>
              <a:defRPr/>
            </a:pPr>
            <a:r>
              <a:rPr lang="en-US" altLang="en-US" sz="2400" dirty="0">
                <a:latin typeface="Times New Roman" panose="02020603050405020304" pitchFamily="18" charset="0"/>
                <a:cs typeface="Times New Roman" panose="02020603050405020304" pitchFamily="18" charset="0"/>
              </a:rPr>
              <a:t>Python program to display all Armstrong numbers within an interval</a:t>
            </a:r>
          </a:p>
          <a:p>
            <a:pPr marL="457200" indent="-457200" algn="just" eaLnBrk="1" hangingPunct="1">
              <a:buFont typeface="+mj-lt"/>
              <a:buAutoNum type="arabicPeriod"/>
              <a:defRPr/>
            </a:pPr>
            <a:r>
              <a:rPr lang="en-US" altLang="en-US" sz="2400" dirty="0">
                <a:latin typeface="Times New Roman" panose="02020603050405020304" pitchFamily="18" charset="0"/>
                <a:cs typeface="Times New Roman" panose="02020603050405020304" pitchFamily="18" charset="0"/>
              </a:rPr>
              <a:t>Write a python program to print string is a palindrome or not.</a:t>
            </a:r>
          </a:p>
          <a:p>
            <a:pPr>
              <a:spcBef>
                <a:spcPct val="20000"/>
              </a:spcBef>
              <a:buFont typeface="Arial" panose="020B0604020202020204" pitchFamily="34" charset="0"/>
              <a:buChar char="•"/>
              <a:defRPr/>
            </a:pPr>
            <a:endParaRPr lang="en-IN" altLang="en-US" sz="3200" dirty="0">
              <a:latin typeface="Times New Roman" panose="02020603050405020304" pitchFamily="18" charset="0"/>
              <a:cs typeface="Times New Roman" panose="02020603050405020304" pitchFamily="18" charset="0"/>
            </a:endParaRPr>
          </a:p>
          <a:p>
            <a:pPr>
              <a:spcBef>
                <a:spcPct val="20000"/>
              </a:spcBef>
              <a:buFont typeface="Arial" panose="020B0604020202020204" pitchFamily="34" charset="0"/>
              <a:buChar char="•"/>
              <a:defRPr/>
            </a:pPr>
            <a:endParaRPr lang="en-IN" altLang="en-US" sz="32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object 12">
            <a:extLst>
              <a:ext uri="{FF2B5EF4-FFF2-40B4-BE49-F238E27FC236}">
                <a16:creationId xmlns:a16="http://schemas.microsoft.com/office/drawing/2014/main" id="{46BF34FD-3E1C-48BB-C3B1-40B793D8189C}"/>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0483" name="object 13">
            <a:extLst>
              <a:ext uri="{FF2B5EF4-FFF2-40B4-BE49-F238E27FC236}">
                <a16:creationId xmlns:a16="http://schemas.microsoft.com/office/drawing/2014/main" id="{AF6BDD20-9A8B-01C0-C085-6B730F2EEE09}"/>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0484" name="object 10">
            <a:extLst>
              <a:ext uri="{FF2B5EF4-FFF2-40B4-BE49-F238E27FC236}">
                <a16:creationId xmlns:a16="http://schemas.microsoft.com/office/drawing/2014/main" id="{8E5E3C67-88DF-F125-4F95-5E9F4B039AD4}"/>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0485" name="object 11">
            <a:extLst>
              <a:ext uri="{FF2B5EF4-FFF2-40B4-BE49-F238E27FC236}">
                <a16:creationId xmlns:a16="http://schemas.microsoft.com/office/drawing/2014/main" id="{4B1E3E83-C1F6-D1B2-FE62-896B6DF6CF8D}"/>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876832EB-5AEB-F546-0BA5-D63E9C7D61F0}"/>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9DC030A3-A5FA-2168-1CB7-045E2D3E1E77}"/>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0488" name="Rectangle 3">
            <a:extLst>
              <a:ext uri="{FF2B5EF4-FFF2-40B4-BE49-F238E27FC236}">
                <a16:creationId xmlns:a16="http://schemas.microsoft.com/office/drawing/2014/main" id="{9DAA75F2-C126-6313-224F-B852AD1D045E}"/>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20489" name="Rectangle 3">
            <a:extLst>
              <a:ext uri="{FF2B5EF4-FFF2-40B4-BE49-F238E27FC236}">
                <a16:creationId xmlns:a16="http://schemas.microsoft.com/office/drawing/2014/main" id="{BB5DD789-AB64-3E33-0CBA-4EB876B24A4F}"/>
              </a:ext>
            </a:extLst>
          </p:cNvPr>
          <p:cNvSpPr>
            <a:spLocks noChangeArrowheads="1"/>
          </p:cNvSpPr>
          <p:nvPr/>
        </p:nvSpPr>
        <p:spPr bwMode="auto">
          <a:xfrm>
            <a:off x="381000" y="1295400"/>
            <a:ext cx="8382000" cy="3046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eaLnBrk="1" hangingPunct="1">
              <a:buFont typeface="Wingdings" panose="05000000000000000000" pitchFamily="2" charset="2"/>
              <a:buChar char="Ø"/>
            </a:pPr>
            <a:r>
              <a:rPr lang="en-US" altLang="en-US" sz="2400">
                <a:latin typeface="Times New Roman" panose="02020603050405020304" pitchFamily="18" charset="0"/>
                <a:cs typeface="Times New Roman" panose="02020603050405020304" pitchFamily="18" charset="0"/>
              </a:rPr>
              <a:t>Write a script that asks a user for a number. The script adds 3 to that number. Then multiplies the result by 2, subtracts 4, subtracts twice the original number, adds 3, then prints the result.</a:t>
            </a:r>
          </a:p>
          <a:p>
            <a:pPr algn="just" eaLnBrk="1" hangingPunct="1">
              <a:buFont typeface="Wingdings" panose="05000000000000000000" pitchFamily="2" charset="2"/>
              <a:buChar char="Ø"/>
            </a:pPr>
            <a:r>
              <a:rPr lang="en-US" altLang="en-US" sz="2400">
                <a:latin typeface="Times New Roman" panose="02020603050405020304" pitchFamily="18" charset="0"/>
                <a:cs typeface="Times New Roman" panose="02020603050405020304" pitchFamily="18" charset="0"/>
              </a:rPr>
              <a:t>Write a program that asks users for their favorite color. Create the following output (assuming "red" is the chosen color). Use "+" and "*".</a:t>
            </a:r>
          </a:p>
          <a:p>
            <a:pPr algn="just" eaLnBrk="1" hangingPunct="1">
              <a:buFont typeface="Calibri" panose="020F0502020204030204" pitchFamily="34" charset="0"/>
              <a:buAutoNum type="arabicPeriod"/>
            </a:pPr>
            <a:endParaRPr lang="en-US" altLang="en-US" sz="2400">
              <a:latin typeface="Times New Roman" panose="02020603050405020304" pitchFamily="18" charset="0"/>
              <a:cs typeface="Times New Roman" panose="02020603050405020304" pitchFamily="18" charset="0"/>
            </a:endParaRPr>
          </a:p>
        </p:txBody>
      </p:sp>
      <p:sp>
        <p:nvSpPr>
          <p:cNvPr id="20490" name="Rectangle 1">
            <a:extLst>
              <a:ext uri="{FF2B5EF4-FFF2-40B4-BE49-F238E27FC236}">
                <a16:creationId xmlns:a16="http://schemas.microsoft.com/office/drawing/2014/main" id="{93AF3733-3F17-727B-94F9-281B4BB746AB}"/>
              </a:ext>
            </a:extLst>
          </p:cNvPr>
          <p:cNvSpPr>
            <a:spLocks noChangeArrowheads="1"/>
          </p:cNvSpPr>
          <p:nvPr/>
        </p:nvSpPr>
        <p:spPr bwMode="auto">
          <a:xfrm>
            <a:off x="3124200" y="4057650"/>
            <a:ext cx="2895600" cy="954088"/>
          </a:xfrm>
          <a:prstGeom prst="rect">
            <a:avLst/>
          </a:prstGeom>
          <a:solidFill>
            <a:srgbClr val="F0F0F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r>
              <a:rPr lang="en-US" altLang="en-US" sz="1400">
                <a:solidFill>
                  <a:srgbClr val="000000"/>
                </a:solidFill>
                <a:latin typeface="Times New Roman" panose="02020603050405020304" pitchFamily="18" charset="0"/>
                <a:cs typeface="Times New Roman" panose="02020603050405020304" pitchFamily="18" charset="0"/>
              </a:rPr>
              <a:t>red red red red red red red red red red</a:t>
            </a:r>
          </a:p>
          <a:p>
            <a:r>
              <a:rPr lang="en-US" altLang="en-US" sz="1400">
                <a:solidFill>
                  <a:srgbClr val="000000"/>
                </a:solidFill>
                <a:latin typeface="Times New Roman" panose="02020603050405020304" pitchFamily="18" charset="0"/>
                <a:cs typeface="Times New Roman" panose="02020603050405020304" pitchFamily="18" charset="0"/>
              </a:rPr>
              <a:t>red 	                                  red</a:t>
            </a:r>
          </a:p>
          <a:p>
            <a:r>
              <a:rPr lang="en-US" altLang="en-US" sz="1400">
                <a:solidFill>
                  <a:srgbClr val="000000"/>
                </a:solidFill>
                <a:latin typeface="Times New Roman" panose="02020603050405020304" pitchFamily="18" charset="0"/>
                <a:cs typeface="Times New Roman" panose="02020603050405020304" pitchFamily="18" charset="0"/>
              </a:rPr>
              <a:t>red 	                                  red</a:t>
            </a:r>
          </a:p>
          <a:p>
            <a:r>
              <a:rPr lang="en-US" altLang="en-US" sz="1400">
                <a:solidFill>
                  <a:srgbClr val="000000"/>
                </a:solidFill>
                <a:latin typeface="Times New Roman" panose="02020603050405020304" pitchFamily="18" charset="0"/>
                <a:cs typeface="Times New Roman" panose="02020603050405020304" pitchFamily="18" charset="0"/>
              </a:rPr>
              <a:t>red red red red red red red red red red</a:t>
            </a:r>
            <a:r>
              <a:rPr lang="en-US" altLang="en-US" sz="1400">
                <a:latin typeface="Times New Roman" panose="02020603050405020304" pitchFamily="18" charset="0"/>
                <a:cs typeface="Times New Roman" panose="02020603050405020304" pitchFamily="18" charset="0"/>
              </a:rPr>
              <a:t>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object 12">
            <a:extLst>
              <a:ext uri="{FF2B5EF4-FFF2-40B4-BE49-F238E27FC236}">
                <a16:creationId xmlns:a16="http://schemas.microsoft.com/office/drawing/2014/main" id="{C1F19AFF-4EF8-1C2C-2D0A-31A988DC2505}"/>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1507" name="object 13">
            <a:extLst>
              <a:ext uri="{FF2B5EF4-FFF2-40B4-BE49-F238E27FC236}">
                <a16:creationId xmlns:a16="http://schemas.microsoft.com/office/drawing/2014/main" id="{F178AFEB-9DB9-2111-4B40-8D19341A033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1508" name="object 10">
            <a:extLst>
              <a:ext uri="{FF2B5EF4-FFF2-40B4-BE49-F238E27FC236}">
                <a16:creationId xmlns:a16="http://schemas.microsoft.com/office/drawing/2014/main" id="{79C97AF6-C55C-C546-FB44-C3EF8937033E}"/>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1509" name="object 11">
            <a:extLst>
              <a:ext uri="{FF2B5EF4-FFF2-40B4-BE49-F238E27FC236}">
                <a16:creationId xmlns:a16="http://schemas.microsoft.com/office/drawing/2014/main" id="{B7AE0506-D31A-8F76-D9BB-AE2C18DBD2F1}"/>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05A45733-5D77-3631-A2B8-ED43F9169482}"/>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647FADC3-1D5C-AC1C-0B51-197358222D53}"/>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1512" name="Rectangle 3">
            <a:extLst>
              <a:ext uri="{FF2B5EF4-FFF2-40B4-BE49-F238E27FC236}">
                <a16:creationId xmlns:a16="http://schemas.microsoft.com/office/drawing/2014/main" id="{459D7556-EE4A-F5CB-409F-13FEFE3AF410}"/>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9465" name="Rectangle 3">
            <a:extLst>
              <a:ext uri="{FF2B5EF4-FFF2-40B4-BE49-F238E27FC236}">
                <a16:creationId xmlns:a16="http://schemas.microsoft.com/office/drawing/2014/main" id="{9EA4E921-0438-D817-C3F2-8A6F57BB495D}"/>
              </a:ext>
            </a:extLst>
          </p:cNvPr>
          <p:cNvSpPr>
            <a:spLocks noChangeArrowheads="1"/>
          </p:cNvSpPr>
          <p:nvPr/>
        </p:nvSpPr>
        <p:spPr bwMode="auto">
          <a:xfrm>
            <a:off x="323850" y="990600"/>
            <a:ext cx="8382000" cy="452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Write a script that asks someone to input their first name, last name and phone number. </a:t>
            </a:r>
          </a:p>
          <a:p>
            <a:pPr marL="857250" lvl="1" indent="-457200">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If the user does not type at least some characters for each of these, print "Do not leave any fields empty" otherwise print "Thank you". (Hint: if a variable is empty, its value will be "false".)</a:t>
            </a:r>
          </a:p>
          <a:p>
            <a:pPr marL="857250" lvl="1" indent="-457200">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Change the script so that the script prints "Thank you" if either the first name or the last name or the phone number is supplied. Print "Do not leave all fields empty" otherwise.</a:t>
            </a:r>
          </a:p>
          <a:p>
            <a:pPr marL="857250" lvl="1" indent="-457200">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Change the script so that only first name and last name are required. The phone number is optional.</a:t>
            </a:r>
          </a:p>
          <a:p>
            <a:pPr algn="just" eaLnBrk="1" hangingPunct="1">
              <a:buFont typeface="Calibri" panose="020F0502020204030204" pitchFamily="34" charset="0"/>
              <a:buAutoNum type="arabicPeriod"/>
              <a:defRP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object 12">
            <a:extLst>
              <a:ext uri="{FF2B5EF4-FFF2-40B4-BE49-F238E27FC236}">
                <a16:creationId xmlns:a16="http://schemas.microsoft.com/office/drawing/2014/main" id="{CCB5B939-EFC2-F9E6-641D-CFCF5623E0E1}"/>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2531" name="object 13">
            <a:extLst>
              <a:ext uri="{FF2B5EF4-FFF2-40B4-BE49-F238E27FC236}">
                <a16:creationId xmlns:a16="http://schemas.microsoft.com/office/drawing/2014/main" id="{23EBDA31-F744-22E7-1CD9-A066FA7C4F8D}"/>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2532" name="object 10">
            <a:extLst>
              <a:ext uri="{FF2B5EF4-FFF2-40B4-BE49-F238E27FC236}">
                <a16:creationId xmlns:a16="http://schemas.microsoft.com/office/drawing/2014/main" id="{0B42183A-6460-2839-EA6D-95B2E878DA0E}"/>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2533" name="object 11">
            <a:extLst>
              <a:ext uri="{FF2B5EF4-FFF2-40B4-BE49-F238E27FC236}">
                <a16:creationId xmlns:a16="http://schemas.microsoft.com/office/drawing/2014/main" id="{461FC9D6-D493-BD93-57D6-A988353A966D}"/>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2671F2E4-A4BB-093D-365A-9C7142F46C42}"/>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7EEB692-66EC-98F7-41B4-A2EBFE8EF3BA}"/>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2536" name="Rectangle 3">
            <a:extLst>
              <a:ext uri="{FF2B5EF4-FFF2-40B4-BE49-F238E27FC236}">
                <a16:creationId xmlns:a16="http://schemas.microsoft.com/office/drawing/2014/main" id="{75795C3F-2CA1-C679-89B2-96493AA2BFF2}"/>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9465" name="Rectangle 3">
            <a:extLst>
              <a:ext uri="{FF2B5EF4-FFF2-40B4-BE49-F238E27FC236}">
                <a16:creationId xmlns:a16="http://schemas.microsoft.com/office/drawing/2014/main" id="{E909CA98-277A-6B43-9805-7646289A4A08}"/>
              </a:ext>
            </a:extLst>
          </p:cNvPr>
          <p:cNvSpPr>
            <a:spLocks noChangeArrowheads="1"/>
          </p:cNvSpPr>
          <p:nvPr/>
        </p:nvSpPr>
        <p:spPr bwMode="auto">
          <a:xfrm>
            <a:off x="323850" y="990600"/>
            <a:ext cx="8382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gn="jus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Write a program that asks a user to input a color. If the color is black or white, output "The color was black or white". If it starts with a letter that comes after "k" in the alphabet, output "The color starts with a letter that comes after "k" in the alphabet". (Optional: consider both capitalized and non-capitalized words. Note: the order of the alphabet in Unix and Python is: symbols, numbers, upper case letters, lower case letters.)</a:t>
            </a:r>
          </a:p>
          <a:p>
            <a:pPr marL="457200" indent="-457200" algn="jus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Write a program that asks a user to input a number. If the number equals "5", output "My lucky number". If the number is larger than 10, output "What a large number!". In all other cases, output "That's not my lucky number."</a:t>
            </a:r>
          </a:p>
          <a:p>
            <a:pPr marL="457200" indent="-457200" algn="just">
              <a:buFont typeface="+mj-lt"/>
              <a:buAutoNum type="arabicPeriod"/>
              <a:defRPr/>
            </a:pPr>
            <a:endParaRPr lang="en-US" sz="2400" dirty="0">
              <a:latin typeface="Times New Roman" panose="02020603050405020304" pitchFamily="18" charset="0"/>
              <a:cs typeface="Times New Roman" panose="02020603050405020304" pitchFamily="18" charset="0"/>
            </a:endParaRPr>
          </a:p>
          <a:p>
            <a:pPr algn="just" eaLnBrk="1" hangingPunct="1">
              <a:buFont typeface="Calibri" panose="020F0502020204030204" pitchFamily="34" charset="0"/>
              <a:buAutoNum type="arabicPeriod"/>
              <a:defRP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object 12">
            <a:extLst>
              <a:ext uri="{FF2B5EF4-FFF2-40B4-BE49-F238E27FC236}">
                <a16:creationId xmlns:a16="http://schemas.microsoft.com/office/drawing/2014/main" id="{C3340ED7-2623-6DB6-8AD6-23BCF404D8C0}"/>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3555" name="object 13">
            <a:extLst>
              <a:ext uri="{FF2B5EF4-FFF2-40B4-BE49-F238E27FC236}">
                <a16:creationId xmlns:a16="http://schemas.microsoft.com/office/drawing/2014/main" id="{ED753B47-0995-2677-F35E-C9CC976C63AE}"/>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3556" name="object 10">
            <a:extLst>
              <a:ext uri="{FF2B5EF4-FFF2-40B4-BE49-F238E27FC236}">
                <a16:creationId xmlns:a16="http://schemas.microsoft.com/office/drawing/2014/main" id="{3A275FEA-B580-3D16-4BBC-E1F5C83DE02B}"/>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3557" name="object 11">
            <a:extLst>
              <a:ext uri="{FF2B5EF4-FFF2-40B4-BE49-F238E27FC236}">
                <a16:creationId xmlns:a16="http://schemas.microsoft.com/office/drawing/2014/main" id="{D2EDD6D3-BCC8-66E8-7517-F3224834C7A4}"/>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B0A5AD59-B74E-EB38-D801-AA6C486A3B08}"/>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E750CF44-7260-628A-4AD4-1868EFD76066}"/>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3560" name="Rectangle 3">
            <a:extLst>
              <a:ext uri="{FF2B5EF4-FFF2-40B4-BE49-F238E27FC236}">
                <a16:creationId xmlns:a16="http://schemas.microsoft.com/office/drawing/2014/main" id="{DE64ECC6-B3D5-B6AA-A57C-17D801EE0ABF}"/>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19465" name="Rectangle 3">
            <a:extLst>
              <a:ext uri="{FF2B5EF4-FFF2-40B4-BE49-F238E27FC236}">
                <a16:creationId xmlns:a16="http://schemas.microsoft.com/office/drawing/2014/main" id="{2126F9F0-73DA-06C3-BDBB-EF9074C9EFA7}"/>
              </a:ext>
            </a:extLst>
          </p:cNvPr>
          <p:cNvSpPr>
            <a:spLocks noChangeArrowheads="1"/>
          </p:cNvSpPr>
          <p:nvPr/>
        </p:nvSpPr>
        <p:spPr bwMode="auto">
          <a:xfrm>
            <a:off x="323850" y="990600"/>
            <a:ext cx="8382000"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marL="457200" indent="-457200" algn="just">
              <a:buFont typeface="Wingdings" panose="05000000000000000000" pitchFamily="2" charset="2"/>
              <a:buChar char="Ø"/>
              <a:defRPr/>
            </a:pPr>
            <a:r>
              <a:rPr lang="en-US" sz="2400" dirty="0">
                <a:latin typeface="Times New Roman" panose="02020603050405020304" pitchFamily="18" charset="0"/>
                <a:cs typeface="Times New Roman" panose="02020603050405020304" pitchFamily="18" charset="0"/>
              </a:rPr>
              <a:t>Write a program that asks five times to guess the lucky number. Use a while loop and a counter.</a:t>
            </a:r>
          </a:p>
          <a:p>
            <a:pPr marL="857250" lvl="1" indent="-457200" algn="just">
              <a:buFont typeface="Wingdings" panose="05000000000000000000" pitchFamily="2" charset="2"/>
              <a:buChar char="§"/>
              <a:defRPr/>
            </a:pPr>
            <a:r>
              <a:rPr lang="en-US" sz="2400" dirty="0">
                <a:latin typeface="Times New Roman" panose="02020603050405020304" pitchFamily="18" charset="0"/>
                <a:cs typeface="Times New Roman" panose="02020603050405020304" pitchFamily="18" charset="0"/>
              </a:rPr>
              <a:t>The program asks for five guesses (no matter whether the correct number was guessed or not). If the correct number is guessed, the program outputs "Good guess!", otherwise it outputs "Try again!". After the fifth guess it stops and prints "Game over."</a:t>
            </a:r>
          </a:p>
          <a:p>
            <a:pPr marL="857250" lvl="1" indent="-457200" algn="just">
              <a:buFont typeface="Wingdings" panose="05000000000000000000" pitchFamily="2" charset="2"/>
              <a:buChar char="§"/>
              <a:defRPr/>
            </a:pPr>
            <a:r>
              <a:rPr lang="en-US" sz="2400" b="1" dirty="0">
                <a:latin typeface="Times New Roman" panose="02020603050405020304" pitchFamily="18" charset="0"/>
                <a:cs typeface="Times New Roman" panose="02020603050405020304" pitchFamily="18" charset="0"/>
              </a:rPr>
              <a:t>break</a:t>
            </a:r>
            <a:r>
              <a:rPr lang="en-US" sz="2400" dirty="0">
                <a:latin typeface="Times New Roman" panose="02020603050405020304" pitchFamily="18" charset="0"/>
                <a:cs typeface="Times New Roman" panose="02020603050405020304" pitchFamily="18" charset="0"/>
              </a:rPr>
              <a:t>: In the previous example, insert "break" after the "Good guess!" print statement. "break" will terminate the while loop so that users do not have to continue guessing after they found the number. If the user does not guess the number at all print "Sorry but that was not very successful" (use "else" for this).</a:t>
            </a:r>
          </a:p>
          <a:p>
            <a:pPr algn="just" eaLnBrk="1" hangingPunct="1">
              <a:buFont typeface="Calibri" panose="020F0502020204030204" pitchFamily="34" charset="0"/>
              <a:buAutoNum type="arabicPeriod"/>
              <a:defRPr/>
            </a:pPr>
            <a:endParaRPr lang="en-US" altLang="en-US"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object 12">
            <a:extLst>
              <a:ext uri="{FF2B5EF4-FFF2-40B4-BE49-F238E27FC236}">
                <a16:creationId xmlns:a16="http://schemas.microsoft.com/office/drawing/2014/main" id="{93915605-A7FA-48C7-677A-14532E8F5857}"/>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4579" name="object 13">
            <a:extLst>
              <a:ext uri="{FF2B5EF4-FFF2-40B4-BE49-F238E27FC236}">
                <a16:creationId xmlns:a16="http://schemas.microsoft.com/office/drawing/2014/main" id="{DB269CBC-5181-7385-B435-D9D5F93D4A82}"/>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4580" name="object 10">
            <a:extLst>
              <a:ext uri="{FF2B5EF4-FFF2-40B4-BE49-F238E27FC236}">
                <a16:creationId xmlns:a16="http://schemas.microsoft.com/office/drawing/2014/main" id="{C32E0AD3-F551-AF34-1C39-E3BC6B824567}"/>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4581" name="object 11">
            <a:extLst>
              <a:ext uri="{FF2B5EF4-FFF2-40B4-BE49-F238E27FC236}">
                <a16:creationId xmlns:a16="http://schemas.microsoft.com/office/drawing/2014/main" id="{0799A23E-7ED3-548A-7425-EE85CDCAE550}"/>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1CDB60C9-0F68-2D9B-6708-9073E3F3484A}"/>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6EA111E5-BA50-87C8-50AC-3DF0CED228EA}"/>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4584" name="Rectangle 3">
            <a:extLst>
              <a:ext uri="{FF2B5EF4-FFF2-40B4-BE49-F238E27FC236}">
                <a16:creationId xmlns:a16="http://schemas.microsoft.com/office/drawing/2014/main" id="{5B7ADFC7-F363-3414-848B-28B7C7E1C26B}"/>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24585" name="Rectangle 3">
            <a:extLst>
              <a:ext uri="{FF2B5EF4-FFF2-40B4-BE49-F238E27FC236}">
                <a16:creationId xmlns:a16="http://schemas.microsoft.com/office/drawing/2014/main" id="{8427FA5F-DBBE-2D57-96AB-2CE92424A561}"/>
              </a:ext>
            </a:extLst>
          </p:cNvPr>
          <p:cNvSpPr>
            <a:spLocks noChangeArrowheads="1"/>
          </p:cNvSpPr>
          <p:nvPr/>
        </p:nvSpPr>
        <p:spPr bwMode="auto">
          <a:xfrm>
            <a:off x="323850" y="990600"/>
            <a:ext cx="83820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57250" indent="-4572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algn="just">
              <a:buFont typeface="Wingdings" panose="05000000000000000000" pitchFamily="2" charset="2"/>
              <a:buChar char="§"/>
            </a:pPr>
            <a:r>
              <a:rPr lang="en-US" altLang="en-US" sz="2400" b="1">
                <a:latin typeface="Times New Roman" panose="02020603050405020304" pitchFamily="18" charset="0"/>
                <a:cs typeface="Times New Roman" panose="02020603050405020304" pitchFamily="18" charset="0"/>
              </a:rPr>
              <a:t>Counting hits</a:t>
            </a:r>
            <a:r>
              <a:rPr lang="en-US" altLang="en-US" sz="2400">
                <a:latin typeface="Times New Roman" panose="02020603050405020304" pitchFamily="18" charset="0"/>
                <a:cs typeface="Times New Roman" panose="02020603050405020304" pitchFamily="18" charset="0"/>
              </a:rPr>
              <a:t>: Modify the program again. This time the program continues even after the correct number was guessed but it counts how often the correct number was guessed. You'll need two counters: one for the while loop and another one for the number of correct guesses. After the while loop is finished, use an if statement to print either "You guessed the number ... times" or "The number was not guessed at all".</a:t>
            </a:r>
          </a:p>
          <a:p>
            <a:pPr algn="just" eaLnBrk="1" hangingPunct="1">
              <a:buFont typeface="Calibri" panose="020F0502020204030204" pitchFamily="34" charset="0"/>
              <a:buAutoNum type="arabicPeriod"/>
            </a:pPr>
            <a:endParaRPr lang="en-US" altLang="en-US" sz="2400">
              <a:latin typeface="Times New Roman" panose="02020603050405020304" pitchFamily="18" charset="0"/>
              <a:cs typeface="Times New Roman" panose="02020603050405020304" pitchFamily="18" charset="0"/>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object 12">
            <a:extLst>
              <a:ext uri="{FF2B5EF4-FFF2-40B4-BE49-F238E27FC236}">
                <a16:creationId xmlns:a16="http://schemas.microsoft.com/office/drawing/2014/main" id="{FA076DC1-5042-BA09-455B-3BE4239E0F2B}"/>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5603" name="object 13">
            <a:extLst>
              <a:ext uri="{FF2B5EF4-FFF2-40B4-BE49-F238E27FC236}">
                <a16:creationId xmlns:a16="http://schemas.microsoft.com/office/drawing/2014/main" id="{4494B45A-2398-7121-8C3E-14F5174F5ADC}"/>
              </a:ext>
            </a:extLst>
          </p:cNvPr>
          <p:cNvSpPr>
            <a:spLocks noChangeArrowheads="1"/>
          </p:cNvSpPr>
          <p:nvPr/>
        </p:nvSpPr>
        <p:spPr bwMode="auto">
          <a:xfrm>
            <a:off x="0" y="6488113"/>
            <a:ext cx="9144000" cy="369887"/>
          </a:xfrm>
          <a:custGeom>
            <a:avLst/>
            <a:gdLst>
              <a:gd name="T0" fmla="*/ 9144000 w 9144000"/>
              <a:gd name="T1" fmla="*/ 0 h 369328"/>
              <a:gd name="T2" fmla="*/ 0 w 9144000"/>
              <a:gd name="T3" fmla="*/ 0 h 369328"/>
              <a:gd name="T4" fmla="*/ 0 w 9144000"/>
              <a:gd name="T5" fmla="*/ 379521 h 369328"/>
              <a:gd name="T6" fmla="*/ 9144000 w 9144000"/>
              <a:gd name="T7" fmla="*/ 379521 h 369328"/>
              <a:gd name="T8" fmla="*/ 9144000 w 9144000"/>
              <a:gd name="T9" fmla="*/ 0 h 369328"/>
              <a:gd name="T10" fmla="*/ 0 60000 65536"/>
              <a:gd name="T11" fmla="*/ 0 60000 65536"/>
              <a:gd name="T12" fmla="*/ 0 60000 65536"/>
              <a:gd name="T13" fmla="*/ 0 60000 65536"/>
              <a:gd name="T14" fmla="*/ 0 60000 65536"/>
              <a:gd name="T15" fmla="*/ 0 w 9144000"/>
              <a:gd name="T16" fmla="*/ 0 h 369328"/>
              <a:gd name="T17" fmla="*/ 9144000 w 9144000"/>
              <a:gd name="T18" fmla="*/ 369328 h 369328"/>
            </a:gdLst>
            <a:ahLst/>
            <a:cxnLst>
              <a:cxn ang="T10">
                <a:pos x="T0" y="T1"/>
              </a:cxn>
              <a:cxn ang="T11">
                <a:pos x="T2" y="T3"/>
              </a:cxn>
              <a:cxn ang="T12">
                <a:pos x="T4" y="T5"/>
              </a:cxn>
              <a:cxn ang="T13">
                <a:pos x="T6" y="T7"/>
              </a:cxn>
              <a:cxn ang="T14">
                <a:pos x="T8" y="T9"/>
              </a:cxn>
            </a:cxnLst>
            <a:rect l="T15" t="T16" r="T17" b="T18"/>
            <a:pathLst>
              <a:path w="9144000" h="369328">
                <a:moveTo>
                  <a:pt x="9144000" y="0"/>
                </a:moveTo>
                <a:lnTo>
                  <a:pt x="0" y="0"/>
                </a:lnTo>
                <a:lnTo>
                  <a:pt x="0" y="369327"/>
                </a:lnTo>
                <a:lnTo>
                  <a:pt x="9144000" y="369327"/>
                </a:lnTo>
                <a:lnTo>
                  <a:pt x="9144000" y="0"/>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25604" name="object 10">
            <a:extLst>
              <a:ext uri="{FF2B5EF4-FFF2-40B4-BE49-F238E27FC236}">
                <a16:creationId xmlns:a16="http://schemas.microsoft.com/office/drawing/2014/main" id="{9E530EED-17E4-B38F-4831-19D2A66BD7C8}"/>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close/>
              </a:path>
            </a:pathLst>
          </a:custGeom>
          <a:solidFill>
            <a:srgbClr val="4F81BC"/>
          </a:solidFill>
          <a:ln>
            <a:noFill/>
          </a:ln>
          <a:extLst>
            <a:ext uri="{91240B29-F687-4F45-9708-019B960494DF}">
              <a14:hiddenLine xmlns:a14="http://schemas.microsoft.com/office/drawing/2010/main" w="9525">
                <a:solidFill>
                  <a:srgbClr val="000000"/>
                </a:solidFill>
                <a:miter lim="800000"/>
                <a:headEnd/>
                <a:tailEnd/>
              </a14:hiddenLine>
            </a:ext>
          </a:extLst>
        </p:spPr>
        <p:txBody>
          <a:bodyPr lIns="0" tIns="0" rIns="0" bIns="0"/>
          <a:lstStyle/>
          <a:p>
            <a:endParaRPr lang="en-US"/>
          </a:p>
        </p:txBody>
      </p:sp>
      <p:sp>
        <p:nvSpPr>
          <p:cNvPr id="25605" name="object 11">
            <a:extLst>
              <a:ext uri="{FF2B5EF4-FFF2-40B4-BE49-F238E27FC236}">
                <a16:creationId xmlns:a16="http://schemas.microsoft.com/office/drawing/2014/main" id="{593500FA-0F24-F198-22A7-E34B95BE9B77}"/>
              </a:ext>
            </a:extLst>
          </p:cNvPr>
          <p:cNvSpPr>
            <a:spLocks noChangeArrowheads="1"/>
          </p:cNvSpPr>
          <p:nvPr/>
        </p:nvSpPr>
        <p:spPr bwMode="auto">
          <a:xfrm>
            <a:off x="0" y="0"/>
            <a:ext cx="9144000" cy="646113"/>
          </a:xfrm>
          <a:custGeom>
            <a:avLst/>
            <a:gdLst>
              <a:gd name="T0" fmla="*/ 9144000 w 9144000"/>
              <a:gd name="T1" fmla="*/ 25 h 646328"/>
              <a:gd name="T2" fmla="*/ 0 w 9144000"/>
              <a:gd name="T3" fmla="*/ 25 h 646328"/>
              <a:gd name="T4" fmla="*/ 0 w 9144000"/>
              <a:gd name="T5" fmla="*/ 642469 h 646328"/>
              <a:gd name="T6" fmla="*/ 9144000 w 9144000"/>
              <a:gd name="T7" fmla="*/ 642469 h 646328"/>
              <a:gd name="T8" fmla="*/ 9144000 w 9144000"/>
              <a:gd name="T9" fmla="*/ 25 h 646328"/>
              <a:gd name="T10" fmla="*/ 0 60000 65536"/>
              <a:gd name="T11" fmla="*/ 0 60000 65536"/>
              <a:gd name="T12" fmla="*/ 0 60000 65536"/>
              <a:gd name="T13" fmla="*/ 0 60000 65536"/>
              <a:gd name="T14" fmla="*/ 0 60000 65536"/>
              <a:gd name="T15" fmla="*/ 0 w 9144000"/>
              <a:gd name="T16" fmla="*/ 0 h 646328"/>
              <a:gd name="T17" fmla="*/ 9144000 w 9144000"/>
              <a:gd name="T18" fmla="*/ 646328 h 646328"/>
            </a:gdLst>
            <a:ahLst/>
            <a:cxnLst>
              <a:cxn ang="T10">
                <a:pos x="T0" y="T1"/>
              </a:cxn>
              <a:cxn ang="T11">
                <a:pos x="T2" y="T3"/>
              </a:cxn>
              <a:cxn ang="T12">
                <a:pos x="T4" y="T5"/>
              </a:cxn>
              <a:cxn ang="T13">
                <a:pos x="T6" y="T7"/>
              </a:cxn>
              <a:cxn ang="T14">
                <a:pos x="T8" y="T9"/>
              </a:cxn>
            </a:cxnLst>
            <a:rect l="T15" t="T16" r="T17" b="T18"/>
            <a:pathLst>
              <a:path w="9144000" h="646328">
                <a:moveTo>
                  <a:pt x="9144000" y="25"/>
                </a:moveTo>
                <a:lnTo>
                  <a:pt x="0" y="25"/>
                </a:lnTo>
                <a:lnTo>
                  <a:pt x="0" y="646328"/>
                </a:lnTo>
                <a:lnTo>
                  <a:pt x="9144000" y="646328"/>
                </a:lnTo>
                <a:lnTo>
                  <a:pt x="9144000" y="25"/>
                </a:lnTo>
              </a:path>
            </a:pathLst>
          </a:custGeom>
          <a:noFill/>
          <a:ln w="25399">
            <a:solidFill>
              <a:srgbClr val="385D89"/>
            </a:solidFill>
            <a:miter lim="800000"/>
            <a:headEnd/>
            <a:tailEnd/>
          </a:ln>
          <a:extLst>
            <a:ext uri="{909E8E84-426E-40DD-AFC4-6F175D3DCCD1}">
              <a14:hiddenFill xmlns:a14="http://schemas.microsoft.com/office/drawing/2010/main">
                <a:solidFill>
                  <a:srgbClr val="FFFFFF"/>
                </a:solidFill>
              </a14:hiddenFill>
            </a:ext>
          </a:extLst>
        </p:spPr>
        <p:txBody>
          <a:bodyPr lIns="0" tIns="0" rIns="0" bIns="0"/>
          <a:lstStyle/>
          <a:p>
            <a:endParaRPr lang="en-US"/>
          </a:p>
        </p:txBody>
      </p:sp>
      <p:sp>
        <p:nvSpPr>
          <p:cNvPr id="3" name="object 3">
            <a:extLst>
              <a:ext uri="{FF2B5EF4-FFF2-40B4-BE49-F238E27FC236}">
                <a16:creationId xmlns:a16="http://schemas.microsoft.com/office/drawing/2014/main" id="{AA0B69E8-537E-206A-9543-EAD8CC137EDC}"/>
              </a:ext>
            </a:extLst>
          </p:cNvPr>
          <p:cNvSpPr txBox="1"/>
          <p:nvPr/>
        </p:nvSpPr>
        <p:spPr>
          <a:xfrm>
            <a:off x="0" y="6488113"/>
            <a:ext cx="9144000" cy="369887"/>
          </a:xfrm>
          <a:prstGeom prst="rect">
            <a:avLst/>
          </a:prstGeom>
        </p:spPr>
        <p:txBody>
          <a:bodyPr lIns="0" tIns="0" rIns="0" bIns="0"/>
          <a:lstStyle/>
          <a:p>
            <a:pPr marL="771144" eaLnBrk="1" fontAlgn="auto" hangingPunct="1">
              <a:lnSpc>
                <a:spcPct val="101725"/>
              </a:lnSpc>
              <a:spcBef>
                <a:spcPts val="335"/>
              </a:spcBef>
              <a:spcAft>
                <a:spcPts val="0"/>
              </a:spcAft>
              <a:defRPr/>
            </a:pPr>
            <a:r>
              <a:rPr dirty="0">
                <a:solidFill>
                  <a:srgbClr val="FFFFFF"/>
                </a:solidFill>
                <a:latin typeface="Times New Roman" pitchFamily="18" charset="0"/>
                <a:cs typeface="Times New Roman" pitchFamily="18" charset="0"/>
              </a:rPr>
              <a:t>De</a:t>
            </a:r>
            <a:r>
              <a:rPr spc="-9" dirty="0">
                <a:solidFill>
                  <a:srgbClr val="FFFFFF"/>
                </a:solidFill>
                <a:latin typeface="Times New Roman" pitchFamily="18" charset="0"/>
                <a:cs typeface="Times New Roman" pitchFamily="18" charset="0"/>
              </a:rPr>
              <a:t>p</a:t>
            </a:r>
            <a:r>
              <a:rPr dirty="0">
                <a:solidFill>
                  <a:srgbClr val="FFFFFF"/>
                </a:solidFill>
                <a:latin typeface="Times New Roman" pitchFamily="18" charset="0"/>
                <a:cs typeface="Times New Roman" pitchFamily="18" charset="0"/>
              </a:rPr>
              <a:t>t.</a:t>
            </a:r>
            <a:r>
              <a:rPr spc="14" dirty="0">
                <a:solidFill>
                  <a:srgbClr val="FFFFFF"/>
                </a:solidFill>
                <a:latin typeface="Times New Roman" pitchFamily="18" charset="0"/>
                <a:cs typeface="Times New Roman" pitchFamily="18" charset="0"/>
              </a:rPr>
              <a:t> </a:t>
            </a:r>
            <a:r>
              <a:rPr dirty="0">
                <a:solidFill>
                  <a:srgbClr val="FFFFFF"/>
                </a:solidFill>
                <a:latin typeface="Times New Roman" pitchFamily="18" charset="0"/>
                <a:cs typeface="Times New Roman" pitchFamily="18" charset="0"/>
              </a:rPr>
              <a:t>of </a:t>
            </a:r>
            <a:r>
              <a:rPr lang="en-US" spc="4" dirty="0">
                <a:solidFill>
                  <a:srgbClr val="FFFFFF"/>
                </a:solidFill>
                <a:latin typeface="Times New Roman" pitchFamily="18" charset="0"/>
                <a:cs typeface="Times New Roman" pitchFamily="18" charset="0"/>
              </a:rPr>
              <a:t>C</a:t>
            </a:r>
            <a:r>
              <a:rPr dirty="0">
                <a:solidFill>
                  <a:srgbClr val="FFFFFF"/>
                </a:solidFill>
                <a:latin typeface="Times New Roman" pitchFamily="18" charset="0"/>
                <a:cs typeface="Times New Roman" pitchFamily="18" charset="0"/>
              </a:rPr>
              <a:t>S</a:t>
            </a:r>
            <a:r>
              <a:rPr lang="en-US" dirty="0">
                <a:solidFill>
                  <a:srgbClr val="FFFFFF"/>
                </a:solidFill>
                <a:latin typeface="Times New Roman" pitchFamily="18" charset="0"/>
                <a:cs typeface="Times New Roman" pitchFamily="18" charset="0"/>
              </a:rPr>
              <a:t>&amp;</a:t>
            </a:r>
            <a:r>
              <a:rPr dirty="0">
                <a:solidFill>
                  <a:srgbClr val="FFFFFF"/>
                </a:solidFill>
                <a:latin typeface="Times New Roman" pitchFamily="18" charset="0"/>
                <a:cs typeface="Times New Roman" pitchFamily="18" charset="0"/>
              </a:rPr>
              <a:t>E,</a:t>
            </a:r>
            <a:r>
              <a:rPr lang="en-US" dirty="0">
                <a:solidFill>
                  <a:srgbClr val="FFFFFF"/>
                </a:solidFill>
                <a:latin typeface="Times New Roman" pitchFamily="18" charset="0"/>
                <a:cs typeface="Times New Roman" pitchFamily="18" charset="0"/>
              </a:rPr>
              <a:t> MSRIT</a:t>
            </a:r>
            <a:r>
              <a:rPr dirty="0">
                <a:solidFill>
                  <a:srgbClr val="FFFFFF"/>
                </a:solidFill>
                <a:latin typeface="Times New Roman" pitchFamily="18" charset="0"/>
                <a:cs typeface="Times New Roman" pitchFamily="18" charset="0"/>
              </a:rPr>
              <a:t>                                                                             </a:t>
            </a:r>
            <a:r>
              <a:rPr spc="114" dirty="0">
                <a:solidFill>
                  <a:srgbClr val="FFFFFF"/>
                </a:solidFill>
                <a:latin typeface="Times New Roman" pitchFamily="18" charset="0"/>
                <a:cs typeface="Times New Roman" pitchFamily="18" charset="0"/>
              </a:rPr>
              <a:t> </a:t>
            </a:r>
            <a:r>
              <a:rPr lang="en-US" spc="114" dirty="0">
                <a:solidFill>
                  <a:srgbClr val="FFFFFF"/>
                </a:solidFill>
                <a:latin typeface="Times New Roman" pitchFamily="18" charset="0"/>
                <a:cs typeface="Times New Roman" pitchFamily="18" charset="0"/>
              </a:rPr>
              <a:t>	       </a:t>
            </a:r>
            <a:endParaRPr dirty="0">
              <a:latin typeface="Times New Roman" pitchFamily="18" charset="0"/>
              <a:cs typeface="Times New Roman" pitchFamily="18" charset="0"/>
            </a:endParaRPr>
          </a:p>
        </p:txBody>
      </p:sp>
      <p:sp>
        <p:nvSpPr>
          <p:cNvPr id="2" name="object 2">
            <a:extLst>
              <a:ext uri="{FF2B5EF4-FFF2-40B4-BE49-F238E27FC236}">
                <a16:creationId xmlns:a16="http://schemas.microsoft.com/office/drawing/2014/main" id="{45E6A701-9F6C-3E98-245C-ECA03AC922BD}"/>
              </a:ext>
            </a:extLst>
          </p:cNvPr>
          <p:cNvSpPr txBox="1"/>
          <p:nvPr/>
        </p:nvSpPr>
        <p:spPr>
          <a:xfrm>
            <a:off x="0" y="0"/>
            <a:ext cx="9144000" cy="646113"/>
          </a:xfrm>
          <a:prstGeom prst="rect">
            <a:avLst/>
          </a:prstGeom>
        </p:spPr>
        <p:txBody>
          <a:bodyPr lIns="0" tIns="0" rIns="0" bIns="0"/>
          <a:lstStyle/>
          <a:p>
            <a:pPr eaLnBrk="1" hangingPunct="1">
              <a:buFont typeface="Times New Roman" pitchFamily="16" charset="0"/>
              <a:buNone/>
              <a:tabLst>
                <a:tab pos="0" algn="l"/>
                <a:tab pos="457200" algn="l"/>
                <a:tab pos="914400" algn="l"/>
                <a:tab pos="1371600" algn="l"/>
                <a:tab pos="1828800" algn="l"/>
                <a:tab pos="2286000" algn="l"/>
                <a:tab pos="2743200" algn="l"/>
                <a:tab pos="3200400" algn="l"/>
                <a:tab pos="3657600" algn="l"/>
                <a:tab pos="4114800" algn="l"/>
                <a:tab pos="4572000" algn="l"/>
                <a:tab pos="5029200" algn="l"/>
                <a:tab pos="5486400" algn="l"/>
                <a:tab pos="5943600" algn="l"/>
                <a:tab pos="6400800" algn="l"/>
                <a:tab pos="6858000" algn="l"/>
                <a:tab pos="7315200" algn="l"/>
                <a:tab pos="7772400" algn="l"/>
                <a:tab pos="8229600" algn="l"/>
                <a:tab pos="8686800" algn="l"/>
                <a:tab pos="9144000" algn="l"/>
              </a:tabLst>
              <a:defRPr/>
            </a:pPr>
            <a:r>
              <a:rPr lang="en-US" sz="3600" b="1" dirty="0">
                <a:solidFill>
                  <a:schemeClr val="bg1"/>
                </a:solidFill>
                <a:effectLst>
                  <a:outerShdw blurRad="38100" dist="38100" dir="2700000" algn="tl">
                    <a:srgbClr val="FFFFFF"/>
                  </a:outerShdw>
                </a:effectLst>
                <a:latin typeface="Times New Roman" panose="02020603050405020304" pitchFamily="18" charset="0"/>
                <a:cs typeface="Times New Roman" panose="02020603050405020304" pitchFamily="18" charset="0"/>
              </a:rPr>
              <a:t>  </a:t>
            </a:r>
            <a:r>
              <a:rPr lang="en-IN" sz="3600" b="1" dirty="0">
                <a:solidFill>
                  <a:schemeClr val="bg1"/>
                </a:solidFill>
                <a:latin typeface="Times New Roman" panose="02020603050405020304" pitchFamily="18" charset="0"/>
                <a:cs typeface="Times New Roman" panose="02020603050405020304" pitchFamily="18" charset="0"/>
              </a:rPr>
              <a:t>Exercises</a:t>
            </a:r>
            <a:endParaRPr lang="en-US" sz="3600" b="1" dirty="0">
              <a:solidFill>
                <a:schemeClr val="bg1"/>
              </a:solidFill>
              <a:latin typeface="Times New Roman" panose="02020603050405020304" pitchFamily="18" charset="0"/>
              <a:cs typeface="Times New Roman" panose="02020603050405020304" pitchFamily="18" charset="0"/>
            </a:endParaRPr>
          </a:p>
        </p:txBody>
      </p:sp>
      <p:sp>
        <p:nvSpPr>
          <p:cNvPr id="25608" name="Rectangle 3">
            <a:extLst>
              <a:ext uri="{FF2B5EF4-FFF2-40B4-BE49-F238E27FC236}">
                <a16:creationId xmlns:a16="http://schemas.microsoft.com/office/drawing/2014/main" id="{0B017BD2-2C4B-85CB-42BB-370461851C82}"/>
              </a:ext>
            </a:extLst>
          </p:cNvPr>
          <p:cNvSpPr txBox="1">
            <a:spLocks noChangeArrowheads="1"/>
          </p:cNvSpPr>
          <p:nvPr/>
        </p:nvSpPr>
        <p:spPr bwMode="auto">
          <a:xfrm>
            <a:off x="304800" y="838200"/>
            <a:ext cx="8172450" cy="5562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a:solidFill>
                  <a:schemeClr val="tx1"/>
                </a:solidFill>
                <a:latin typeface="Arial" panose="020B0604020202020204" pitchFamily="34" charset="0"/>
                <a:cs typeface="Arial" panose="020B0604020202020204" pitchFamily="34" charset="0"/>
              </a:defRPr>
            </a:lvl1pPr>
            <a:lvl2pPr marL="800100" indent="-3429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just">
              <a:lnSpc>
                <a:spcPct val="150000"/>
              </a:lnSpc>
              <a:buFont typeface="Wingdings" panose="05000000000000000000" pitchFamily="2" charset="2"/>
              <a:buChar char="q"/>
            </a:pPr>
            <a:endParaRPr lang="en-US" altLang="en-US" sz="2000" i="1">
              <a:latin typeface="Times New Roman" panose="02020603050405020304" pitchFamily="18" charset="0"/>
              <a:cs typeface="Times New Roman" panose="02020603050405020304" pitchFamily="18" charset="0"/>
            </a:endParaRPr>
          </a:p>
        </p:txBody>
      </p:sp>
      <p:sp>
        <p:nvSpPr>
          <p:cNvPr id="25609" name="Rectangle 3">
            <a:extLst>
              <a:ext uri="{FF2B5EF4-FFF2-40B4-BE49-F238E27FC236}">
                <a16:creationId xmlns:a16="http://schemas.microsoft.com/office/drawing/2014/main" id="{4E47984D-A29D-9A1E-C576-B208D9BB4CC9}"/>
              </a:ext>
            </a:extLst>
          </p:cNvPr>
          <p:cNvSpPr>
            <a:spLocks noChangeArrowheads="1"/>
          </p:cNvSpPr>
          <p:nvPr/>
        </p:nvSpPr>
        <p:spPr bwMode="auto">
          <a:xfrm>
            <a:off x="323850" y="990600"/>
            <a:ext cx="8382000"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defRPr>
                <a:solidFill>
                  <a:schemeClr val="tx1"/>
                </a:solidFill>
                <a:latin typeface="Arial" panose="020B0604020202020204" pitchFamily="34" charset="0"/>
                <a:cs typeface="Arial" panose="020B0604020202020204" pitchFamily="34" charset="0"/>
              </a:defRPr>
            </a:lvl1pPr>
            <a:lvl2pPr marL="857250" indent="-45720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lvl="1" algn="just">
              <a:buFont typeface="Wingdings" panose="05000000000000000000" pitchFamily="2" charset="2"/>
              <a:buChar char="Ø"/>
            </a:pPr>
            <a:r>
              <a:rPr lang="en-US" altLang="en-US" sz="2400">
                <a:latin typeface="Times New Roman" panose="02020603050405020304" pitchFamily="18" charset="0"/>
                <a:cs typeface="Times New Roman" panose="02020603050405020304" pitchFamily="18" charset="0"/>
              </a:rPr>
              <a:t>Print all multiples of 13 that are smaller than 100. Use the range function in the following manner: range(start, end, step) where "start" is the starting value of the counter, "end" is the end value and "step" is the amount by which the counter is increased each time.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394</TotalTime>
  <Words>1168</Words>
  <Application>Microsoft Office PowerPoint</Application>
  <PresentationFormat>On-screen Show (4:3)</PresentationFormat>
  <Paragraphs>118</Paragraphs>
  <Slides>23</Slides>
  <Notes>1</Notes>
  <HiddenSlides>0</HiddenSlides>
  <MMClips>0</MMClip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Sukrutha</dc:creator>
  <cp:lastModifiedBy>ashwathisuresh3001@gmail.com</cp:lastModifiedBy>
  <cp:revision>101</cp:revision>
  <dcterms:modified xsi:type="dcterms:W3CDTF">2023-01-14T14:57:22Z</dcterms:modified>
</cp:coreProperties>
</file>